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856CE3-5447-1D4C-31C2-88AC642425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C942503-E139-7E0F-CA2D-FD33616A34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F4CCA28-3552-F65B-91FD-91C599CC3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ED840-C909-4A0F-AC24-BB730CF53E23}" type="datetimeFigureOut">
              <a:rPr lang="pt-BR" smtClean="0"/>
              <a:t>23/12/2025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5214185-D173-DDF0-6FDA-B8F2D8F17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6E46B44-6A66-7B19-0D1C-2936C7351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16215-B95B-4669-8F6B-AFFDBDDD13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0729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0A67C8-CFCD-135D-02ED-D5139A9CC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580BBDE-9A47-BB22-BA21-2BD92A551F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8706EF6-B821-72F5-2E44-8A7D185AB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ED840-C909-4A0F-AC24-BB730CF53E23}" type="datetimeFigureOut">
              <a:rPr lang="pt-BR" smtClean="0"/>
              <a:t>23/12/2025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C07EBA-090A-6E87-D5E6-F42A3D115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37FF549-6741-EAD4-4EF1-91A3810D8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16215-B95B-4669-8F6B-AFFDBDDD13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478051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2D1A8A-3420-FC07-3172-EECA760A7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08B544B-0D44-CBF9-8719-C4C0FF4BFB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3AA720-39E9-DC5B-0444-33002362E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ED840-C909-4A0F-AC24-BB730CF53E23}" type="datetimeFigureOut">
              <a:rPr lang="pt-BR" smtClean="0"/>
              <a:t>23/12/2025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88F146E-2ECF-E37A-8C89-8792F9F13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C3C2AD4-2516-BC4F-AFF5-8D77139D5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16215-B95B-4669-8F6B-AFFDBDDD13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167455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B54DBF-F272-B0B4-C3D2-514CBC7A9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D8DA48E-2D23-2690-8150-A667C69C98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688FDD5-7FA1-055F-B66F-FBEBF97912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D0EE75B-2C8B-BAB5-A9BC-C8D25F9CF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ED840-C909-4A0F-AC24-BB730CF53E23}" type="datetimeFigureOut">
              <a:rPr lang="pt-BR" smtClean="0"/>
              <a:t>23/12/2025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721B4AE-4720-51B5-61C6-EE8060F1D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92BAF6C-0149-7F43-C4E7-EE10F4028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16215-B95B-4669-8F6B-AFFDBDDD13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9595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D84615-8C5F-6315-6722-215620A07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DE188FF-D1A4-A819-AAD0-7F4CB658C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D8B2137-4DE1-703B-4FF9-A65622EA5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267295A4-C144-2202-B5F2-E41B89F846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9B4230B-EB77-1340-A0B7-15EE0B3D75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D4DB0FE5-ECBD-9AA9-27B9-F3E9B2359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ED840-C909-4A0F-AC24-BB730CF53E23}" type="datetimeFigureOut">
              <a:rPr lang="pt-BR" smtClean="0"/>
              <a:t>23/12/2025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3F805D2D-39C0-8678-4783-DA16A2AC0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43EE6B31-E3F5-6F9F-9728-E0F391233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16215-B95B-4669-8F6B-AFFDBDDD13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7492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28D3EC-F40F-779C-BDBE-EA9BB79FC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DDA87DEB-B360-0DA6-8D07-64B695955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ED840-C909-4A0F-AC24-BB730CF53E23}" type="datetimeFigureOut">
              <a:rPr lang="pt-BR" smtClean="0"/>
              <a:t>23/12/2025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72939A4-305E-D9B3-FD4E-BBFB3CAB1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AC29196-0F34-CB4C-C8B0-D5E4CA313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16215-B95B-4669-8F6B-AFFDBDDD13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768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C3D06E04-7EB7-3A13-61F0-FFDF1CC19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ED840-C909-4A0F-AC24-BB730CF53E23}" type="datetimeFigureOut">
              <a:rPr lang="pt-BR" smtClean="0"/>
              <a:t>23/12/2025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464D4EEA-D36D-53E7-57C6-668D778D8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E4EA695-F4DD-DDA8-90B8-82A027B76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16215-B95B-4669-8F6B-AFFDBDDD13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4790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EA50CF-060D-4D83-8B03-EA05D77B9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32F9181-0202-B3B5-857C-49978495B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19DD2E1-81EA-0AA8-6CCF-27405F8E11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051846E-D575-3483-BE03-3055C8051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ED840-C909-4A0F-AC24-BB730CF53E23}" type="datetimeFigureOut">
              <a:rPr lang="pt-BR" smtClean="0"/>
              <a:t>23/12/2025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F9C3605-93D4-EB53-5F86-806209ECC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1F4BBBF-EF8E-9CB1-667F-E772BC369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16215-B95B-4669-8F6B-AFFDBDDD13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531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12E723-C356-DAD1-4015-BEB81E3B0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4E5D5E38-0B86-B7F6-0051-10E25D9BE7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5C08C90-04CF-F9B3-C5D6-47F12B781A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D4BE4D4-A967-F3B8-69CF-805EE7BC5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ED840-C909-4A0F-AC24-BB730CF53E23}" type="datetimeFigureOut">
              <a:rPr lang="pt-BR" smtClean="0"/>
              <a:t>23/12/2025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63CCD59-C12A-F4B5-BB24-5724A6E11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50D0409-FFB1-CE5A-861A-C7C7EF7C5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16215-B95B-4669-8F6B-AFFDBDDD13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1925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5CF91D-9ED1-96A2-D2E6-DD2B11C11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E309DA5-2CCE-C738-1608-4D8788DF56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C535A52-AC62-0D7E-8454-B867C59B6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ED840-C909-4A0F-AC24-BB730CF53E23}" type="datetimeFigureOut">
              <a:rPr lang="pt-BR" smtClean="0"/>
              <a:t>23/12/2025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E4A1DE1-0E7A-DFF4-D3D6-B7454DAF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C91AEB8-47E5-0CEF-7056-6AB2B07F9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16215-B95B-4669-8F6B-AFFDBDDD13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19432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5AA5478-6207-D8F8-17B4-05646ABD3C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D34088A-A3E5-12ED-7B95-3AB6375129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2FD0D18-4C3C-2913-62F7-25948A95C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ED840-C909-4A0F-AC24-BB730CF53E23}" type="datetimeFigureOut">
              <a:rPr lang="pt-BR" smtClean="0"/>
              <a:t>23/12/2025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2849C97-2488-2966-7735-D50EC2C39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9ECB4CF-EE26-DDD1-34B4-55E18CFAE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E16215-B95B-4669-8F6B-AFFDBDDD13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5841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59FB937-5F31-69AE-4486-F731D93FF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75E5605-8671-03BE-6E88-B6E4B4BEE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99B51A3-868E-2C04-A684-E9962A8EDD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7ED840-C909-4A0F-AC24-BB730CF53E23}" type="datetimeFigureOut">
              <a:rPr lang="pt-BR" smtClean="0"/>
              <a:t>23/12/2025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664BE48-BC14-3814-6B1E-E7FA6C22FA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83B7686-E000-1A1E-A71C-08495F4291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E16215-B95B-4669-8F6B-AFFDBDDD13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6248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95EED94D-30D0-AD70-B92B-1541C05B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073" y="0"/>
            <a:ext cx="1221214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524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643267A-271A-5AFC-36B7-1F8187879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92" y="0"/>
            <a:ext cx="121931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642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93DA65CB-E608-53A3-FB32-0ACEC5D6F2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073" y="0"/>
            <a:ext cx="1221214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5322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AC4DEE33-4F8A-7564-4A32-08B949668A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991"/>
            <a:ext cx="12191999" cy="6867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195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78FB82BE-D6B1-E08E-FF87-84FE4D6F55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9585" y="0"/>
            <a:ext cx="122311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84661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0</Words>
  <Application>Microsoft Office PowerPoint</Application>
  <PresentationFormat>Widescreen</PresentationFormat>
  <Paragraphs>0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Renato Calixto de Jesus</dc:creator>
  <cp:lastModifiedBy>Renato Calixto de Jesus</cp:lastModifiedBy>
  <cp:revision>2</cp:revision>
  <dcterms:created xsi:type="dcterms:W3CDTF">2025-12-22T05:08:30Z</dcterms:created>
  <dcterms:modified xsi:type="dcterms:W3CDTF">2025-12-23T05:20:34Z</dcterms:modified>
</cp:coreProperties>
</file>