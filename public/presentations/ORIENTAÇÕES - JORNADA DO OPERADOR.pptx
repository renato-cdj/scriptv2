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56CE3-5447-1D4C-31C2-88AC64242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942503-E139-7E0F-CA2D-FD33616A3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4CCA28-3552-F65B-91FD-91C599CC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14185-D173-DDF0-6FDA-B8F2D8F1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6B44-6A66-7B19-0D1C-2936C735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72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A67C8-CFCD-135D-02ED-D5139A9C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80BBDE-9A47-BB22-BA21-2BD92A55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706EF6-B821-72F5-2E44-8A7D185A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C07EBA-090A-6E87-D5E6-F42A3D11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7FF549-6741-EAD4-4EF1-91A3810D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80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D1A8A-3420-FC07-3172-EECA760A7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8B544B-0D44-CBF9-8719-C4C0FF4B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3AA720-39E9-DC5B-0444-33002362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8F146E-2ECF-E37A-8C89-8792F9F1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3C2AD4-2516-BC4F-AFF5-8D77139D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74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54DBF-F272-B0B4-C3D2-514CBC7A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DA48E-2D23-2690-8150-A667C69C9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88FDD5-7FA1-055F-B66F-FBEBF9791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0EE75B-2C8B-BAB5-A9BC-C8D25F9C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21B4AE-4720-51B5-61C6-EE8060F1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2BAF6C-0149-7F43-C4E7-EE10F402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59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84615-8C5F-6315-6722-215620A0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E188FF-D1A4-A819-AAD0-7F4CB658C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8B2137-4DE1-703B-4FF9-A65622EA5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7295A4-C144-2202-B5F2-E41B89F84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B4230B-EB77-1340-A0B7-15EE0B3D7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DB0FE5-ECBD-9AA9-27B9-F3E9B235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805D2D-39C0-8678-4783-DA16A2AC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EE6B31-E3F5-6F9F-9728-E0F39123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49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8D3EC-F40F-779C-BDBE-EA9BB79FC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A87DEB-B360-0DA6-8D07-64B69595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2939A4-305E-D9B3-FD4E-BBFB3CAB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C29196-0F34-CB4C-C8B0-D5E4CA31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76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D06E04-7EB7-3A13-61F0-FFDF1CC1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4D4EEA-D36D-53E7-57C6-668D778D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4EA695-F4DD-DDA8-90B8-82A027B7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79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A50CF-060D-4D83-8B03-EA05D77B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F9181-0202-B3B5-857C-49978495B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9DD2E1-81EA-0AA8-6CCF-27405F8E1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51846E-D575-3483-BE03-3055C8051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9C3605-93D4-EB53-5F86-806209EC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F4BBBF-EF8E-9CB1-667F-E772BC36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3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2E723-C356-DAD1-4015-BEB81E3B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5D5E38-0B86-B7F6-0051-10E25D9BE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C08C90-04CF-F9B3-C5D6-47F12B78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4BE4D4-A967-F3B8-69CF-805EE7BC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3CCD59-C12A-F4B5-BB24-5724A6E1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0D0409-FFB1-CE5A-861A-C7C7EF7C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92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CF91D-9ED1-96A2-D2E6-DD2B11C1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309DA5-2CCE-C738-1608-4D8788DF5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535A52-AC62-0D7E-8454-B867C59B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4A1DE1-0E7A-DFF4-D3D6-B7454DAF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91AEB8-47E5-0CEF-7056-6AB2B07F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194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AA5478-6207-D8F8-17B4-05646ABD3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34088A-A3E5-12ED-7B95-3AB637512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FD0D18-4C3C-2913-62F7-25948A95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849C97-2488-2966-7735-D50EC2C3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ECB4CF-EE26-DDD1-34B4-55E18CFA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84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59FB937-5F31-69AE-4486-F731D93F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5E5605-8671-03BE-6E88-B6E4B4BEE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B51A3-868E-2C04-A684-E9962A8ED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ED840-C909-4A0F-AC24-BB730CF53E23}" type="datetimeFigureOut">
              <a:rPr lang="pt-BR" smtClean="0"/>
              <a:t>22/12/2025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64BE48-BC14-3814-6B1E-E7FA6C22F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3B7686-E000-1A1E-A71C-08495F429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16215-B95B-4669-8F6B-AFFDBDDD13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24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B860762-1E66-007E-68F6-969657A0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" y="-1995"/>
            <a:ext cx="12188457" cy="685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2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FEEB520B-AE80-DCED-2A6B-E7ABF24C9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585" y="0"/>
            <a:ext cx="12231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70660B3-1A1D-06A7-F6E8-1C84AF987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816446-3808-2E1B-B07C-1D5DD8C07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08" y="1"/>
            <a:ext cx="122074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95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2F5045-6F38-4D55-8302-23632C546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253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466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Renato Calixto de Jesus</dc:creator>
  <cp:lastModifiedBy>Renato Calixto de Jesus</cp:lastModifiedBy>
  <cp:revision>1</cp:revision>
  <dcterms:created xsi:type="dcterms:W3CDTF">2025-12-22T05:08:30Z</dcterms:created>
  <dcterms:modified xsi:type="dcterms:W3CDTF">2025-12-22T05:13:56Z</dcterms:modified>
</cp:coreProperties>
</file>