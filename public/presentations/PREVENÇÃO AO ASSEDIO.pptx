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5274" y="226900"/>
            <a:ext cx="8760460" cy="4768215"/>
          </a:xfrm>
          <a:custGeom>
            <a:avLst/>
            <a:gdLst/>
            <a:ahLst/>
            <a:cxnLst/>
            <a:rect l="l" t="t" r="r" b="b"/>
            <a:pathLst>
              <a:path w="8760460" h="4768215">
                <a:moveTo>
                  <a:pt x="7965284" y="4768199"/>
                </a:moveTo>
                <a:lnTo>
                  <a:pt x="794715" y="4768199"/>
                </a:lnTo>
                <a:lnTo>
                  <a:pt x="746304" y="4766749"/>
                </a:lnTo>
                <a:lnTo>
                  <a:pt x="698659" y="4762453"/>
                </a:lnTo>
                <a:lnTo>
                  <a:pt x="651864" y="4755396"/>
                </a:lnTo>
                <a:lnTo>
                  <a:pt x="606003" y="4745659"/>
                </a:lnTo>
                <a:lnTo>
                  <a:pt x="561158" y="4733326"/>
                </a:lnTo>
                <a:lnTo>
                  <a:pt x="517413" y="4718480"/>
                </a:lnTo>
                <a:lnTo>
                  <a:pt x="474851" y="4701205"/>
                </a:lnTo>
                <a:lnTo>
                  <a:pt x="433555" y="4681583"/>
                </a:lnTo>
                <a:lnTo>
                  <a:pt x="393607" y="4659698"/>
                </a:lnTo>
                <a:lnTo>
                  <a:pt x="355092" y="4635632"/>
                </a:lnTo>
                <a:lnTo>
                  <a:pt x="318092" y="4609469"/>
                </a:lnTo>
                <a:lnTo>
                  <a:pt x="282690" y="4581292"/>
                </a:lnTo>
                <a:lnTo>
                  <a:pt x="248970" y="4551185"/>
                </a:lnTo>
                <a:lnTo>
                  <a:pt x="217014" y="4519229"/>
                </a:lnTo>
                <a:lnTo>
                  <a:pt x="186907" y="4485509"/>
                </a:lnTo>
                <a:lnTo>
                  <a:pt x="158730" y="4450107"/>
                </a:lnTo>
                <a:lnTo>
                  <a:pt x="132567" y="4413107"/>
                </a:lnTo>
                <a:lnTo>
                  <a:pt x="108502" y="4374592"/>
                </a:lnTo>
                <a:lnTo>
                  <a:pt x="86616" y="4334645"/>
                </a:lnTo>
                <a:lnTo>
                  <a:pt x="66994" y="4293348"/>
                </a:lnTo>
                <a:lnTo>
                  <a:pt x="49719" y="4250786"/>
                </a:lnTo>
                <a:lnTo>
                  <a:pt x="34873" y="4207041"/>
                </a:lnTo>
                <a:lnTo>
                  <a:pt x="22540" y="4162196"/>
                </a:lnTo>
                <a:lnTo>
                  <a:pt x="12803" y="4116335"/>
                </a:lnTo>
                <a:lnTo>
                  <a:pt x="5746" y="4069540"/>
                </a:lnTo>
                <a:lnTo>
                  <a:pt x="1450" y="4021895"/>
                </a:lnTo>
                <a:lnTo>
                  <a:pt x="0" y="3973483"/>
                </a:lnTo>
                <a:lnTo>
                  <a:pt x="0" y="794715"/>
                </a:lnTo>
                <a:lnTo>
                  <a:pt x="1450" y="746304"/>
                </a:lnTo>
                <a:lnTo>
                  <a:pt x="5746" y="698659"/>
                </a:lnTo>
                <a:lnTo>
                  <a:pt x="12803" y="651864"/>
                </a:lnTo>
                <a:lnTo>
                  <a:pt x="22540" y="606003"/>
                </a:lnTo>
                <a:lnTo>
                  <a:pt x="34873" y="561158"/>
                </a:lnTo>
                <a:lnTo>
                  <a:pt x="49719" y="517413"/>
                </a:lnTo>
                <a:lnTo>
                  <a:pt x="66994" y="474851"/>
                </a:lnTo>
                <a:lnTo>
                  <a:pt x="86616" y="433555"/>
                </a:lnTo>
                <a:lnTo>
                  <a:pt x="108502" y="393607"/>
                </a:lnTo>
                <a:lnTo>
                  <a:pt x="132567" y="355092"/>
                </a:lnTo>
                <a:lnTo>
                  <a:pt x="158730" y="318092"/>
                </a:lnTo>
                <a:lnTo>
                  <a:pt x="186907" y="282690"/>
                </a:lnTo>
                <a:lnTo>
                  <a:pt x="217014" y="248970"/>
                </a:lnTo>
                <a:lnTo>
                  <a:pt x="248970" y="217014"/>
                </a:lnTo>
                <a:lnTo>
                  <a:pt x="282690" y="186907"/>
                </a:lnTo>
                <a:lnTo>
                  <a:pt x="318092" y="158730"/>
                </a:lnTo>
                <a:lnTo>
                  <a:pt x="355092" y="132567"/>
                </a:lnTo>
                <a:lnTo>
                  <a:pt x="393607" y="108502"/>
                </a:lnTo>
                <a:lnTo>
                  <a:pt x="433555" y="86616"/>
                </a:lnTo>
                <a:lnTo>
                  <a:pt x="474851" y="66994"/>
                </a:lnTo>
                <a:lnTo>
                  <a:pt x="517413" y="49719"/>
                </a:lnTo>
                <a:lnTo>
                  <a:pt x="561158" y="34873"/>
                </a:lnTo>
                <a:lnTo>
                  <a:pt x="606003" y="22540"/>
                </a:lnTo>
                <a:lnTo>
                  <a:pt x="651864" y="12803"/>
                </a:lnTo>
                <a:lnTo>
                  <a:pt x="698659" y="5746"/>
                </a:lnTo>
                <a:lnTo>
                  <a:pt x="746304" y="1450"/>
                </a:lnTo>
                <a:lnTo>
                  <a:pt x="794715" y="0"/>
                </a:lnTo>
                <a:lnTo>
                  <a:pt x="7965284" y="0"/>
                </a:lnTo>
                <a:lnTo>
                  <a:pt x="8013750" y="1477"/>
                </a:lnTo>
                <a:lnTo>
                  <a:pt x="8061788" y="5878"/>
                </a:lnTo>
                <a:lnTo>
                  <a:pt x="8109277" y="13150"/>
                </a:lnTo>
                <a:lnTo>
                  <a:pt x="8156095" y="23244"/>
                </a:lnTo>
                <a:lnTo>
                  <a:pt x="8202121" y="36109"/>
                </a:lnTo>
                <a:lnTo>
                  <a:pt x="8247233" y="51696"/>
                </a:lnTo>
                <a:lnTo>
                  <a:pt x="8291310" y="69953"/>
                </a:lnTo>
                <a:lnTo>
                  <a:pt x="8334230" y="90831"/>
                </a:lnTo>
                <a:lnTo>
                  <a:pt x="8375872" y="114279"/>
                </a:lnTo>
                <a:lnTo>
                  <a:pt x="8416115" y="140247"/>
                </a:lnTo>
                <a:lnTo>
                  <a:pt x="8454837" y="168684"/>
                </a:lnTo>
                <a:lnTo>
                  <a:pt x="8491916" y="199541"/>
                </a:lnTo>
                <a:lnTo>
                  <a:pt x="8527232" y="232766"/>
                </a:lnTo>
                <a:lnTo>
                  <a:pt x="8560458" y="268082"/>
                </a:lnTo>
                <a:lnTo>
                  <a:pt x="8591315" y="305162"/>
                </a:lnTo>
                <a:lnTo>
                  <a:pt x="8619752" y="343884"/>
                </a:lnTo>
                <a:lnTo>
                  <a:pt x="8645720" y="384127"/>
                </a:lnTo>
                <a:lnTo>
                  <a:pt x="8669168" y="425769"/>
                </a:lnTo>
                <a:lnTo>
                  <a:pt x="8690046" y="468689"/>
                </a:lnTo>
                <a:lnTo>
                  <a:pt x="8708303" y="512766"/>
                </a:lnTo>
                <a:lnTo>
                  <a:pt x="8723890" y="557878"/>
                </a:lnTo>
                <a:lnTo>
                  <a:pt x="8736755" y="603904"/>
                </a:lnTo>
                <a:lnTo>
                  <a:pt x="8746849" y="650722"/>
                </a:lnTo>
                <a:lnTo>
                  <a:pt x="8754121" y="698211"/>
                </a:lnTo>
                <a:lnTo>
                  <a:pt x="8758522" y="746249"/>
                </a:lnTo>
                <a:lnTo>
                  <a:pt x="8759999" y="794715"/>
                </a:lnTo>
                <a:lnTo>
                  <a:pt x="8759999" y="3973483"/>
                </a:lnTo>
                <a:lnTo>
                  <a:pt x="8758549" y="4021895"/>
                </a:lnTo>
                <a:lnTo>
                  <a:pt x="8754253" y="4069540"/>
                </a:lnTo>
                <a:lnTo>
                  <a:pt x="8747196" y="4116335"/>
                </a:lnTo>
                <a:lnTo>
                  <a:pt x="8737459" y="4162196"/>
                </a:lnTo>
                <a:lnTo>
                  <a:pt x="8725126" y="4207041"/>
                </a:lnTo>
                <a:lnTo>
                  <a:pt x="8710280" y="4250786"/>
                </a:lnTo>
                <a:lnTo>
                  <a:pt x="8693005" y="4293348"/>
                </a:lnTo>
                <a:lnTo>
                  <a:pt x="8673383" y="4334645"/>
                </a:lnTo>
                <a:lnTo>
                  <a:pt x="8651498" y="4374592"/>
                </a:lnTo>
                <a:lnTo>
                  <a:pt x="8627432" y="4413107"/>
                </a:lnTo>
                <a:lnTo>
                  <a:pt x="8601269" y="4450107"/>
                </a:lnTo>
                <a:lnTo>
                  <a:pt x="8573092" y="4485509"/>
                </a:lnTo>
                <a:lnTo>
                  <a:pt x="8542985" y="4519229"/>
                </a:lnTo>
                <a:lnTo>
                  <a:pt x="8511029" y="4551185"/>
                </a:lnTo>
                <a:lnTo>
                  <a:pt x="8477309" y="4581292"/>
                </a:lnTo>
                <a:lnTo>
                  <a:pt x="8441907" y="4609469"/>
                </a:lnTo>
                <a:lnTo>
                  <a:pt x="8404907" y="4635632"/>
                </a:lnTo>
                <a:lnTo>
                  <a:pt x="8366392" y="4659698"/>
                </a:lnTo>
                <a:lnTo>
                  <a:pt x="8326445" y="4681583"/>
                </a:lnTo>
                <a:lnTo>
                  <a:pt x="8285148" y="4701205"/>
                </a:lnTo>
                <a:lnTo>
                  <a:pt x="8242586" y="4718480"/>
                </a:lnTo>
                <a:lnTo>
                  <a:pt x="8198841" y="4733326"/>
                </a:lnTo>
                <a:lnTo>
                  <a:pt x="8153996" y="4745659"/>
                </a:lnTo>
                <a:lnTo>
                  <a:pt x="8108135" y="4755396"/>
                </a:lnTo>
                <a:lnTo>
                  <a:pt x="8061341" y="4762453"/>
                </a:lnTo>
                <a:lnTo>
                  <a:pt x="8013696" y="4766749"/>
                </a:lnTo>
                <a:lnTo>
                  <a:pt x="7965284" y="4768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0431" y="1103291"/>
            <a:ext cx="7223137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21715" marR="5080" indent="-10096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Treinamento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05"/>
              <a:t> </a:t>
            </a:r>
            <a:r>
              <a:rPr dirty="0"/>
              <a:t>Prevenção</a:t>
            </a:r>
            <a:r>
              <a:rPr dirty="0" spc="-105"/>
              <a:t> </a:t>
            </a:r>
            <a:r>
              <a:rPr dirty="0"/>
              <a:t>ao</a:t>
            </a:r>
            <a:r>
              <a:rPr dirty="0" spc="-180"/>
              <a:t> </a:t>
            </a:r>
            <a:r>
              <a:rPr dirty="0"/>
              <a:t>Assédio</a:t>
            </a:r>
            <a:r>
              <a:rPr dirty="0" spc="-105"/>
              <a:t> </a:t>
            </a:r>
            <a:r>
              <a:rPr dirty="0" spc="-10"/>
              <a:t>Sexual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Moral</a:t>
            </a:r>
            <a:r>
              <a:rPr dirty="0" spc="-65"/>
              <a:t> </a:t>
            </a:r>
            <a:r>
              <a:rPr dirty="0"/>
              <a:t>no</a:t>
            </a:r>
            <a:r>
              <a:rPr dirty="0" spc="-160"/>
              <a:t> </a:t>
            </a:r>
            <a:r>
              <a:rPr dirty="0"/>
              <a:t>Ambiente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Trabalho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96424" y="2188774"/>
            <a:ext cx="4154170" cy="2217420"/>
          </a:xfrm>
          <a:custGeom>
            <a:avLst/>
            <a:gdLst/>
            <a:ahLst/>
            <a:cxnLst/>
            <a:rect l="l" t="t" r="r" b="b"/>
            <a:pathLst>
              <a:path w="4154170" h="2217420">
                <a:moveTo>
                  <a:pt x="3784542" y="2217299"/>
                </a:moveTo>
                <a:lnTo>
                  <a:pt x="369557" y="2217299"/>
                </a:lnTo>
                <a:lnTo>
                  <a:pt x="323200" y="2214420"/>
                </a:lnTo>
                <a:lnTo>
                  <a:pt x="278562" y="2206013"/>
                </a:lnTo>
                <a:lnTo>
                  <a:pt x="235989" y="2192424"/>
                </a:lnTo>
                <a:lnTo>
                  <a:pt x="195826" y="2174000"/>
                </a:lnTo>
                <a:lnTo>
                  <a:pt x="158421" y="2151087"/>
                </a:lnTo>
                <a:lnTo>
                  <a:pt x="124119" y="2124032"/>
                </a:lnTo>
                <a:lnTo>
                  <a:pt x="93267" y="2093180"/>
                </a:lnTo>
                <a:lnTo>
                  <a:pt x="66212" y="2058878"/>
                </a:lnTo>
                <a:lnTo>
                  <a:pt x="43299" y="2021473"/>
                </a:lnTo>
                <a:lnTo>
                  <a:pt x="24875" y="1981310"/>
                </a:lnTo>
                <a:lnTo>
                  <a:pt x="11286" y="1938737"/>
                </a:lnTo>
                <a:lnTo>
                  <a:pt x="2879" y="1894098"/>
                </a:lnTo>
                <a:lnTo>
                  <a:pt x="0" y="1847742"/>
                </a:lnTo>
                <a:lnTo>
                  <a:pt x="0" y="369557"/>
                </a:lnTo>
                <a:lnTo>
                  <a:pt x="2879" y="323200"/>
                </a:lnTo>
                <a:lnTo>
                  <a:pt x="11286" y="278562"/>
                </a:lnTo>
                <a:lnTo>
                  <a:pt x="24875" y="235989"/>
                </a:lnTo>
                <a:lnTo>
                  <a:pt x="43299" y="195826"/>
                </a:lnTo>
                <a:lnTo>
                  <a:pt x="66212" y="158421"/>
                </a:lnTo>
                <a:lnTo>
                  <a:pt x="93267" y="124119"/>
                </a:lnTo>
                <a:lnTo>
                  <a:pt x="124119" y="93267"/>
                </a:lnTo>
                <a:lnTo>
                  <a:pt x="158421" y="66212"/>
                </a:lnTo>
                <a:lnTo>
                  <a:pt x="195826" y="43299"/>
                </a:lnTo>
                <a:lnTo>
                  <a:pt x="235989" y="24875"/>
                </a:lnTo>
                <a:lnTo>
                  <a:pt x="278562" y="11286"/>
                </a:lnTo>
                <a:lnTo>
                  <a:pt x="323200" y="2879"/>
                </a:lnTo>
                <a:lnTo>
                  <a:pt x="369557" y="0"/>
                </a:lnTo>
                <a:lnTo>
                  <a:pt x="3784542" y="0"/>
                </a:lnTo>
                <a:lnTo>
                  <a:pt x="3833118" y="3204"/>
                </a:lnTo>
                <a:lnTo>
                  <a:pt x="3880451" y="12661"/>
                </a:lnTo>
                <a:lnTo>
                  <a:pt x="3925966" y="28130"/>
                </a:lnTo>
                <a:lnTo>
                  <a:pt x="3969088" y="49375"/>
                </a:lnTo>
                <a:lnTo>
                  <a:pt x="4009244" y="76158"/>
                </a:lnTo>
                <a:lnTo>
                  <a:pt x="4045858" y="108240"/>
                </a:lnTo>
                <a:lnTo>
                  <a:pt x="4077941" y="144855"/>
                </a:lnTo>
                <a:lnTo>
                  <a:pt x="4104723" y="185011"/>
                </a:lnTo>
                <a:lnTo>
                  <a:pt x="4125969" y="228133"/>
                </a:lnTo>
                <a:lnTo>
                  <a:pt x="4141438" y="273648"/>
                </a:lnTo>
                <a:lnTo>
                  <a:pt x="4150894" y="320981"/>
                </a:lnTo>
                <a:lnTo>
                  <a:pt x="4154099" y="369557"/>
                </a:lnTo>
                <a:lnTo>
                  <a:pt x="4154099" y="1847742"/>
                </a:lnTo>
                <a:lnTo>
                  <a:pt x="4151220" y="1894098"/>
                </a:lnTo>
                <a:lnTo>
                  <a:pt x="4142813" y="1938737"/>
                </a:lnTo>
                <a:lnTo>
                  <a:pt x="4129224" y="1981310"/>
                </a:lnTo>
                <a:lnTo>
                  <a:pt x="4110800" y="2021473"/>
                </a:lnTo>
                <a:lnTo>
                  <a:pt x="4087887" y="2058878"/>
                </a:lnTo>
                <a:lnTo>
                  <a:pt x="4060832" y="2093180"/>
                </a:lnTo>
                <a:lnTo>
                  <a:pt x="4029980" y="2124032"/>
                </a:lnTo>
                <a:lnTo>
                  <a:pt x="3995678" y="2151087"/>
                </a:lnTo>
                <a:lnTo>
                  <a:pt x="3958273" y="2174000"/>
                </a:lnTo>
                <a:lnTo>
                  <a:pt x="3918110" y="2192424"/>
                </a:lnTo>
                <a:lnTo>
                  <a:pt x="3875537" y="2206013"/>
                </a:lnTo>
                <a:lnTo>
                  <a:pt x="3830898" y="2214420"/>
                </a:lnTo>
                <a:lnTo>
                  <a:pt x="3784542" y="22172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36052" y="2434771"/>
            <a:ext cx="3243580" cy="1650364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Arial MT"/>
                <a:cs typeface="Arial MT"/>
              </a:rPr>
              <a:t>TREINAMENTO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DISPONÍVEL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NO</a:t>
            </a:r>
            <a:endParaRPr sz="14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  <a:spcBef>
                <a:spcPts val="250"/>
              </a:spcBef>
            </a:pPr>
            <a:r>
              <a:rPr dirty="0" sz="1400" spc="-10" b="1">
                <a:latin typeface="Arial"/>
                <a:cs typeface="Arial"/>
              </a:rPr>
              <a:t>INTRANET</a:t>
            </a:r>
            <a:endParaRPr sz="1400">
              <a:latin typeface="Arial"/>
              <a:cs typeface="Arial"/>
            </a:endParaRPr>
          </a:p>
          <a:p>
            <a:pPr algn="ctr" marL="12700" marR="5080" indent="1905">
              <a:lnSpc>
                <a:spcPct val="114999"/>
              </a:lnSpc>
              <a:spcBef>
                <a:spcPts val="1200"/>
              </a:spcBef>
            </a:pPr>
            <a:r>
              <a:rPr dirty="0" sz="1400">
                <a:latin typeface="Arial MT"/>
                <a:cs typeface="Arial MT"/>
              </a:rPr>
              <a:t>Promover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ambiente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trabalho </a:t>
            </a:r>
            <a:r>
              <a:rPr dirty="0" sz="1400">
                <a:latin typeface="Arial MT"/>
                <a:cs typeface="Arial MT"/>
              </a:rPr>
              <a:t>seguro,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respeitoso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livre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qualquer </a:t>
            </a:r>
            <a:r>
              <a:rPr dirty="0" sz="1400">
                <a:latin typeface="Arial MT"/>
                <a:cs typeface="Arial MT"/>
              </a:rPr>
              <a:t>forma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assédio,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reforçando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direitos, </a:t>
            </a:r>
            <a:r>
              <a:rPr dirty="0" sz="1400">
                <a:latin typeface="Arial MT"/>
                <a:cs typeface="Arial MT"/>
              </a:rPr>
              <a:t>deveres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canais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denúncia.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437" y="639300"/>
            <a:ext cx="3043124" cy="4041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6600" y="1734725"/>
            <a:ext cx="2646299" cy="3408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57599" y="1165200"/>
            <a:ext cx="3732529" cy="3403600"/>
          </a:xfrm>
          <a:custGeom>
            <a:avLst/>
            <a:gdLst/>
            <a:ahLst/>
            <a:cxnLst/>
            <a:rect l="l" t="t" r="r" b="b"/>
            <a:pathLst>
              <a:path w="3732529" h="3403600">
                <a:moveTo>
                  <a:pt x="3164738" y="3403499"/>
                </a:moveTo>
                <a:lnTo>
                  <a:pt x="567261" y="3403499"/>
                </a:lnTo>
                <a:lnTo>
                  <a:pt x="518315" y="3401417"/>
                </a:lnTo>
                <a:lnTo>
                  <a:pt x="470526" y="3395284"/>
                </a:lnTo>
                <a:lnTo>
                  <a:pt x="424063" y="3385271"/>
                </a:lnTo>
                <a:lnTo>
                  <a:pt x="379097" y="3371547"/>
                </a:lnTo>
                <a:lnTo>
                  <a:pt x="335798" y="3354283"/>
                </a:lnTo>
                <a:lnTo>
                  <a:pt x="294336" y="3333649"/>
                </a:lnTo>
                <a:lnTo>
                  <a:pt x="254882" y="3309816"/>
                </a:lnTo>
                <a:lnTo>
                  <a:pt x="217605" y="3282953"/>
                </a:lnTo>
                <a:lnTo>
                  <a:pt x="182677" y="3253232"/>
                </a:lnTo>
                <a:lnTo>
                  <a:pt x="150267" y="3220822"/>
                </a:lnTo>
                <a:lnTo>
                  <a:pt x="120546" y="3185894"/>
                </a:lnTo>
                <a:lnTo>
                  <a:pt x="93683" y="3148617"/>
                </a:lnTo>
                <a:lnTo>
                  <a:pt x="69850" y="3109163"/>
                </a:lnTo>
                <a:lnTo>
                  <a:pt x="49216" y="3067701"/>
                </a:lnTo>
                <a:lnTo>
                  <a:pt x="31952" y="3024402"/>
                </a:lnTo>
                <a:lnTo>
                  <a:pt x="18228" y="2979436"/>
                </a:lnTo>
                <a:lnTo>
                  <a:pt x="8215" y="2932973"/>
                </a:lnTo>
                <a:lnTo>
                  <a:pt x="2082" y="2885184"/>
                </a:lnTo>
                <a:lnTo>
                  <a:pt x="0" y="2836238"/>
                </a:lnTo>
                <a:lnTo>
                  <a:pt x="0" y="567261"/>
                </a:lnTo>
                <a:lnTo>
                  <a:pt x="2082" y="518315"/>
                </a:lnTo>
                <a:lnTo>
                  <a:pt x="8215" y="470526"/>
                </a:lnTo>
                <a:lnTo>
                  <a:pt x="18228" y="424063"/>
                </a:lnTo>
                <a:lnTo>
                  <a:pt x="31952" y="379097"/>
                </a:lnTo>
                <a:lnTo>
                  <a:pt x="49216" y="335798"/>
                </a:lnTo>
                <a:lnTo>
                  <a:pt x="69850" y="294336"/>
                </a:lnTo>
                <a:lnTo>
                  <a:pt x="93683" y="254882"/>
                </a:lnTo>
                <a:lnTo>
                  <a:pt x="120546" y="217605"/>
                </a:lnTo>
                <a:lnTo>
                  <a:pt x="150267" y="182677"/>
                </a:lnTo>
                <a:lnTo>
                  <a:pt x="182677" y="150267"/>
                </a:lnTo>
                <a:lnTo>
                  <a:pt x="217605" y="120546"/>
                </a:lnTo>
                <a:lnTo>
                  <a:pt x="254882" y="93683"/>
                </a:lnTo>
                <a:lnTo>
                  <a:pt x="294336" y="69850"/>
                </a:lnTo>
                <a:lnTo>
                  <a:pt x="335798" y="49216"/>
                </a:lnTo>
                <a:lnTo>
                  <a:pt x="379097" y="31952"/>
                </a:lnTo>
                <a:lnTo>
                  <a:pt x="424063" y="18228"/>
                </a:lnTo>
                <a:lnTo>
                  <a:pt x="470526" y="8215"/>
                </a:lnTo>
                <a:lnTo>
                  <a:pt x="518315" y="2082"/>
                </a:lnTo>
                <a:lnTo>
                  <a:pt x="567261" y="0"/>
                </a:lnTo>
                <a:lnTo>
                  <a:pt x="3164738" y="0"/>
                </a:lnTo>
                <a:lnTo>
                  <a:pt x="3212042" y="2082"/>
                </a:lnTo>
                <a:lnTo>
                  <a:pt x="3213760" y="2082"/>
                </a:lnTo>
                <a:lnTo>
                  <a:pt x="3263775" y="8709"/>
                </a:lnTo>
                <a:lnTo>
                  <a:pt x="3311956" y="19434"/>
                </a:lnTo>
                <a:lnTo>
                  <a:pt x="3358896" y="34261"/>
                </a:lnTo>
                <a:lnTo>
                  <a:pt x="3404335" y="53083"/>
                </a:lnTo>
                <a:lnTo>
                  <a:pt x="3448012" y="75790"/>
                </a:lnTo>
                <a:lnTo>
                  <a:pt x="3489664" y="102276"/>
                </a:lnTo>
                <a:lnTo>
                  <a:pt x="3529031" y="132430"/>
                </a:lnTo>
                <a:lnTo>
                  <a:pt x="3565852" y="166146"/>
                </a:lnTo>
                <a:lnTo>
                  <a:pt x="3599569" y="202967"/>
                </a:lnTo>
                <a:lnTo>
                  <a:pt x="3629723" y="242335"/>
                </a:lnTo>
                <a:lnTo>
                  <a:pt x="3656209" y="283987"/>
                </a:lnTo>
                <a:lnTo>
                  <a:pt x="3678916" y="327664"/>
                </a:lnTo>
                <a:lnTo>
                  <a:pt x="3697737" y="373103"/>
                </a:lnTo>
                <a:lnTo>
                  <a:pt x="3712565" y="420043"/>
                </a:lnTo>
                <a:lnTo>
                  <a:pt x="3723290" y="468224"/>
                </a:lnTo>
                <a:lnTo>
                  <a:pt x="3729804" y="517384"/>
                </a:lnTo>
                <a:lnTo>
                  <a:pt x="3731999" y="567261"/>
                </a:lnTo>
                <a:lnTo>
                  <a:pt x="3731999" y="2836238"/>
                </a:lnTo>
                <a:lnTo>
                  <a:pt x="3729917" y="2885184"/>
                </a:lnTo>
                <a:lnTo>
                  <a:pt x="3723784" y="2932973"/>
                </a:lnTo>
                <a:lnTo>
                  <a:pt x="3713771" y="2979436"/>
                </a:lnTo>
                <a:lnTo>
                  <a:pt x="3700047" y="3024402"/>
                </a:lnTo>
                <a:lnTo>
                  <a:pt x="3682783" y="3067701"/>
                </a:lnTo>
                <a:lnTo>
                  <a:pt x="3662149" y="3109163"/>
                </a:lnTo>
                <a:lnTo>
                  <a:pt x="3638316" y="3148617"/>
                </a:lnTo>
                <a:lnTo>
                  <a:pt x="3611453" y="3185894"/>
                </a:lnTo>
                <a:lnTo>
                  <a:pt x="3581732" y="3220822"/>
                </a:lnTo>
                <a:lnTo>
                  <a:pt x="3549322" y="3253232"/>
                </a:lnTo>
                <a:lnTo>
                  <a:pt x="3514394" y="3282953"/>
                </a:lnTo>
                <a:lnTo>
                  <a:pt x="3477117" y="3309816"/>
                </a:lnTo>
                <a:lnTo>
                  <a:pt x="3437663" y="3333649"/>
                </a:lnTo>
                <a:lnTo>
                  <a:pt x="3396201" y="3354283"/>
                </a:lnTo>
                <a:lnTo>
                  <a:pt x="3352902" y="3371547"/>
                </a:lnTo>
                <a:lnTo>
                  <a:pt x="3307936" y="3385271"/>
                </a:lnTo>
                <a:lnTo>
                  <a:pt x="3261473" y="3395284"/>
                </a:lnTo>
                <a:lnTo>
                  <a:pt x="3213684" y="3401417"/>
                </a:lnTo>
                <a:lnTo>
                  <a:pt x="3164738" y="34034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494300"/>
            <a:ext cx="3043124" cy="4041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937874" y="1165200"/>
            <a:ext cx="3690620" cy="3403600"/>
          </a:xfrm>
          <a:custGeom>
            <a:avLst/>
            <a:gdLst/>
            <a:ahLst/>
            <a:cxnLst/>
            <a:rect l="l" t="t" r="r" b="b"/>
            <a:pathLst>
              <a:path w="3690620" h="3403600">
                <a:moveTo>
                  <a:pt x="3122738" y="3403499"/>
                </a:moveTo>
                <a:lnTo>
                  <a:pt x="567261" y="3403499"/>
                </a:lnTo>
                <a:lnTo>
                  <a:pt x="518315" y="3401417"/>
                </a:lnTo>
                <a:lnTo>
                  <a:pt x="470526" y="3395284"/>
                </a:lnTo>
                <a:lnTo>
                  <a:pt x="424063" y="3385271"/>
                </a:lnTo>
                <a:lnTo>
                  <a:pt x="379097" y="3371547"/>
                </a:lnTo>
                <a:lnTo>
                  <a:pt x="335798" y="3354283"/>
                </a:lnTo>
                <a:lnTo>
                  <a:pt x="294336" y="3333649"/>
                </a:lnTo>
                <a:lnTo>
                  <a:pt x="254882" y="3309816"/>
                </a:lnTo>
                <a:lnTo>
                  <a:pt x="217605" y="3282953"/>
                </a:lnTo>
                <a:lnTo>
                  <a:pt x="182677" y="3253232"/>
                </a:lnTo>
                <a:lnTo>
                  <a:pt x="150267" y="3220822"/>
                </a:lnTo>
                <a:lnTo>
                  <a:pt x="120546" y="3185894"/>
                </a:lnTo>
                <a:lnTo>
                  <a:pt x="93683" y="3148617"/>
                </a:lnTo>
                <a:lnTo>
                  <a:pt x="69850" y="3109163"/>
                </a:lnTo>
                <a:lnTo>
                  <a:pt x="49216" y="3067701"/>
                </a:lnTo>
                <a:lnTo>
                  <a:pt x="31952" y="3024402"/>
                </a:lnTo>
                <a:lnTo>
                  <a:pt x="18228" y="2979436"/>
                </a:lnTo>
                <a:lnTo>
                  <a:pt x="8215" y="2932973"/>
                </a:lnTo>
                <a:lnTo>
                  <a:pt x="2082" y="2885184"/>
                </a:lnTo>
                <a:lnTo>
                  <a:pt x="0" y="2836238"/>
                </a:lnTo>
                <a:lnTo>
                  <a:pt x="0" y="567261"/>
                </a:lnTo>
                <a:lnTo>
                  <a:pt x="2082" y="518315"/>
                </a:lnTo>
                <a:lnTo>
                  <a:pt x="8215" y="470526"/>
                </a:lnTo>
                <a:lnTo>
                  <a:pt x="18228" y="424063"/>
                </a:lnTo>
                <a:lnTo>
                  <a:pt x="31952" y="379097"/>
                </a:lnTo>
                <a:lnTo>
                  <a:pt x="49216" y="335798"/>
                </a:lnTo>
                <a:lnTo>
                  <a:pt x="69850" y="294336"/>
                </a:lnTo>
                <a:lnTo>
                  <a:pt x="93683" y="254882"/>
                </a:lnTo>
                <a:lnTo>
                  <a:pt x="120546" y="217605"/>
                </a:lnTo>
                <a:lnTo>
                  <a:pt x="150267" y="182677"/>
                </a:lnTo>
                <a:lnTo>
                  <a:pt x="182677" y="150267"/>
                </a:lnTo>
                <a:lnTo>
                  <a:pt x="217605" y="120546"/>
                </a:lnTo>
                <a:lnTo>
                  <a:pt x="254882" y="93683"/>
                </a:lnTo>
                <a:lnTo>
                  <a:pt x="294336" y="69850"/>
                </a:lnTo>
                <a:lnTo>
                  <a:pt x="335798" y="49216"/>
                </a:lnTo>
                <a:lnTo>
                  <a:pt x="379097" y="31952"/>
                </a:lnTo>
                <a:lnTo>
                  <a:pt x="424063" y="18228"/>
                </a:lnTo>
                <a:lnTo>
                  <a:pt x="470526" y="8215"/>
                </a:lnTo>
                <a:lnTo>
                  <a:pt x="518315" y="2082"/>
                </a:lnTo>
                <a:lnTo>
                  <a:pt x="567261" y="0"/>
                </a:lnTo>
                <a:lnTo>
                  <a:pt x="3122738" y="0"/>
                </a:lnTo>
                <a:lnTo>
                  <a:pt x="3170041" y="2082"/>
                </a:lnTo>
                <a:lnTo>
                  <a:pt x="3171760" y="2082"/>
                </a:lnTo>
                <a:lnTo>
                  <a:pt x="3221775" y="8709"/>
                </a:lnTo>
                <a:lnTo>
                  <a:pt x="3269956" y="19434"/>
                </a:lnTo>
                <a:lnTo>
                  <a:pt x="3316896" y="34261"/>
                </a:lnTo>
                <a:lnTo>
                  <a:pt x="3362335" y="53083"/>
                </a:lnTo>
                <a:lnTo>
                  <a:pt x="3406012" y="75790"/>
                </a:lnTo>
                <a:lnTo>
                  <a:pt x="3447664" y="102276"/>
                </a:lnTo>
                <a:lnTo>
                  <a:pt x="3487032" y="132430"/>
                </a:lnTo>
                <a:lnTo>
                  <a:pt x="3523852" y="166146"/>
                </a:lnTo>
                <a:lnTo>
                  <a:pt x="3557569" y="202967"/>
                </a:lnTo>
                <a:lnTo>
                  <a:pt x="3587723" y="242335"/>
                </a:lnTo>
                <a:lnTo>
                  <a:pt x="3614209" y="283987"/>
                </a:lnTo>
                <a:lnTo>
                  <a:pt x="3636916" y="327664"/>
                </a:lnTo>
                <a:lnTo>
                  <a:pt x="3655737" y="373103"/>
                </a:lnTo>
                <a:lnTo>
                  <a:pt x="3670565" y="420043"/>
                </a:lnTo>
                <a:lnTo>
                  <a:pt x="3681290" y="468224"/>
                </a:lnTo>
                <a:lnTo>
                  <a:pt x="3687804" y="517384"/>
                </a:lnTo>
                <a:lnTo>
                  <a:pt x="3689999" y="567261"/>
                </a:lnTo>
                <a:lnTo>
                  <a:pt x="3689999" y="2836238"/>
                </a:lnTo>
                <a:lnTo>
                  <a:pt x="3687917" y="2885184"/>
                </a:lnTo>
                <a:lnTo>
                  <a:pt x="3681784" y="2932973"/>
                </a:lnTo>
                <a:lnTo>
                  <a:pt x="3671771" y="2979436"/>
                </a:lnTo>
                <a:lnTo>
                  <a:pt x="3658047" y="3024402"/>
                </a:lnTo>
                <a:lnTo>
                  <a:pt x="3640783" y="3067701"/>
                </a:lnTo>
                <a:lnTo>
                  <a:pt x="3620149" y="3109163"/>
                </a:lnTo>
                <a:lnTo>
                  <a:pt x="3596316" y="3148617"/>
                </a:lnTo>
                <a:lnTo>
                  <a:pt x="3569453" y="3185894"/>
                </a:lnTo>
                <a:lnTo>
                  <a:pt x="3539732" y="3220822"/>
                </a:lnTo>
                <a:lnTo>
                  <a:pt x="3507322" y="3253232"/>
                </a:lnTo>
                <a:lnTo>
                  <a:pt x="3472393" y="3282953"/>
                </a:lnTo>
                <a:lnTo>
                  <a:pt x="3435117" y="3309816"/>
                </a:lnTo>
                <a:lnTo>
                  <a:pt x="3395663" y="3333649"/>
                </a:lnTo>
                <a:lnTo>
                  <a:pt x="3354201" y="3354283"/>
                </a:lnTo>
                <a:lnTo>
                  <a:pt x="3310902" y="3371547"/>
                </a:lnTo>
                <a:lnTo>
                  <a:pt x="3265935" y="3385271"/>
                </a:lnTo>
                <a:lnTo>
                  <a:pt x="3219473" y="3395284"/>
                </a:lnTo>
                <a:lnTo>
                  <a:pt x="3171683" y="3401417"/>
                </a:lnTo>
                <a:lnTo>
                  <a:pt x="3122738" y="34034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821447" y="1713836"/>
            <a:ext cx="12039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ASSÉDIO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MORAL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5827" y="2033876"/>
            <a:ext cx="293687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3175">
              <a:lnSpc>
                <a:spcPct val="114999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Conduta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abusiva,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repetitiva,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humilha, </a:t>
            </a:r>
            <a:r>
              <a:rPr dirty="0" sz="1100">
                <a:latin typeface="Arial MT"/>
                <a:cs typeface="Arial MT"/>
              </a:rPr>
              <a:t>constrange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desestabiliza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emocionalmente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o </a:t>
            </a:r>
            <a:r>
              <a:rPr dirty="0" sz="1100" spc="-10">
                <a:latin typeface="Arial MT"/>
                <a:cs typeface="Arial MT"/>
              </a:rPr>
              <a:t>trabalhador.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61761" y="2789781"/>
            <a:ext cx="723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Exemplos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63355" y="3109821"/>
            <a:ext cx="253555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Gritar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humilhar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público.</a:t>
            </a:r>
            <a:endParaRPr sz="1100">
              <a:latin typeface="Arial MT"/>
              <a:cs typeface="Arial MT"/>
            </a:endParaRPr>
          </a:p>
          <a:p>
            <a:pPr marL="325120" marR="5080" indent="-313055">
              <a:lnSpc>
                <a:spcPct val="100000"/>
              </a:lnSpc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Isolar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colaborador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reuniões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ou </a:t>
            </a:r>
            <a:r>
              <a:rPr dirty="0" sz="1100" spc="-10">
                <a:latin typeface="Arial MT"/>
                <a:cs typeface="Arial MT"/>
              </a:rPr>
              <a:t>decisões.</a:t>
            </a:r>
            <a:endParaRPr sz="1100">
              <a:latin typeface="Arial MT"/>
              <a:cs typeface="Arial MT"/>
            </a:endParaRPr>
          </a:p>
          <a:p>
            <a:pPr marL="325120" marR="28575" indent="-313055">
              <a:lnSpc>
                <a:spcPct val="100000"/>
              </a:lnSpc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Atribuir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tarefas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impossíveis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sem </a:t>
            </a:r>
            <a:r>
              <a:rPr dirty="0" sz="1100" spc="-10">
                <a:latin typeface="Arial MT"/>
                <a:cs typeface="Arial MT"/>
              </a:rPr>
              <a:t>sentido.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19366" y="1734237"/>
            <a:ext cx="12585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ASSÉDIO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SEXUAL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95431" y="2054276"/>
            <a:ext cx="310578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marR="5080" indent="-330200">
              <a:lnSpc>
                <a:spcPct val="114999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Conduta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natureza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sexual,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não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consentida,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que </a:t>
            </a:r>
            <a:r>
              <a:rPr dirty="0" sz="1100">
                <a:latin typeface="Arial MT"/>
                <a:cs typeface="Arial MT"/>
              </a:rPr>
              <a:t>causa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constrangimento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intimidação.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86912" y="2617395"/>
            <a:ext cx="723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Exemplos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54706" y="2937435"/>
            <a:ext cx="286893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Comentários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piadas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cunho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sexual.</a:t>
            </a:r>
            <a:endParaRPr sz="1100">
              <a:latin typeface="Arial MT"/>
              <a:cs typeface="Arial MT"/>
            </a:endParaRPr>
          </a:p>
          <a:p>
            <a:pPr marL="325120" indent="-312420">
              <a:lnSpc>
                <a:spcPct val="100000"/>
              </a:lnSpc>
              <a:buChar char="●"/>
              <a:tabLst>
                <a:tab pos="325120" algn="l"/>
              </a:tabLst>
            </a:pPr>
            <a:r>
              <a:rPr dirty="0" sz="1100">
                <a:latin typeface="Arial MT"/>
                <a:cs typeface="Arial MT"/>
              </a:rPr>
              <a:t>Convites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insistentes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encontros.</a:t>
            </a:r>
            <a:endParaRPr sz="1100">
              <a:latin typeface="Arial MT"/>
              <a:cs typeface="Arial MT"/>
            </a:endParaRPr>
          </a:p>
          <a:p>
            <a:pPr marL="325120" marR="244475" indent="-313055">
              <a:lnSpc>
                <a:spcPct val="100000"/>
              </a:lnSpc>
              <a:buChar char="●"/>
              <a:tabLst>
                <a:tab pos="325120" algn="l"/>
              </a:tabLst>
            </a:pPr>
            <a:r>
              <a:rPr dirty="0" sz="1100" spc="-25">
                <a:latin typeface="Arial MT"/>
                <a:cs typeface="Arial MT"/>
              </a:rPr>
              <a:t>Toques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indesejados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exposição</a:t>
            </a:r>
            <a:r>
              <a:rPr dirty="0" sz="1100" spc="-25">
                <a:latin typeface="Arial MT"/>
                <a:cs typeface="Arial MT"/>
              </a:rPr>
              <a:t> de </a:t>
            </a:r>
            <a:r>
              <a:rPr dirty="0" sz="1100">
                <a:latin typeface="Arial MT"/>
                <a:cs typeface="Arial MT"/>
              </a:rPr>
              <a:t>conteúdo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sexual.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14975" y="1165200"/>
            <a:ext cx="4084320" cy="3403600"/>
          </a:xfrm>
          <a:custGeom>
            <a:avLst/>
            <a:gdLst/>
            <a:ahLst/>
            <a:cxnLst/>
            <a:rect l="l" t="t" r="r" b="b"/>
            <a:pathLst>
              <a:path w="4084320" h="3403600">
                <a:moveTo>
                  <a:pt x="3516938" y="3403499"/>
                </a:moveTo>
                <a:lnTo>
                  <a:pt x="567261" y="3403499"/>
                </a:lnTo>
                <a:lnTo>
                  <a:pt x="518315" y="3401417"/>
                </a:lnTo>
                <a:lnTo>
                  <a:pt x="470526" y="3395284"/>
                </a:lnTo>
                <a:lnTo>
                  <a:pt x="424063" y="3385271"/>
                </a:lnTo>
                <a:lnTo>
                  <a:pt x="379097" y="3371547"/>
                </a:lnTo>
                <a:lnTo>
                  <a:pt x="335798" y="3354283"/>
                </a:lnTo>
                <a:lnTo>
                  <a:pt x="294336" y="3333649"/>
                </a:lnTo>
                <a:lnTo>
                  <a:pt x="254882" y="3309816"/>
                </a:lnTo>
                <a:lnTo>
                  <a:pt x="217605" y="3282953"/>
                </a:lnTo>
                <a:lnTo>
                  <a:pt x="182677" y="3253232"/>
                </a:lnTo>
                <a:lnTo>
                  <a:pt x="150267" y="3220822"/>
                </a:lnTo>
                <a:lnTo>
                  <a:pt x="120546" y="3185894"/>
                </a:lnTo>
                <a:lnTo>
                  <a:pt x="93683" y="3148617"/>
                </a:lnTo>
                <a:lnTo>
                  <a:pt x="69850" y="3109163"/>
                </a:lnTo>
                <a:lnTo>
                  <a:pt x="49216" y="3067701"/>
                </a:lnTo>
                <a:lnTo>
                  <a:pt x="31952" y="3024402"/>
                </a:lnTo>
                <a:lnTo>
                  <a:pt x="18228" y="2979436"/>
                </a:lnTo>
                <a:lnTo>
                  <a:pt x="8215" y="2932973"/>
                </a:lnTo>
                <a:lnTo>
                  <a:pt x="2082" y="2885184"/>
                </a:lnTo>
                <a:lnTo>
                  <a:pt x="0" y="2836238"/>
                </a:lnTo>
                <a:lnTo>
                  <a:pt x="0" y="567261"/>
                </a:lnTo>
                <a:lnTo>
                  <a:pt x="2082" y="518315"/>
                </a:lnTo>
                <a:lnTo>
                  <a:pt x="8215" y="470526"/>
                </a:lnTo>
                <a:lnTo>
                  <a:pt x="18228" y="424063"/>
                </a:lnTo>
                <a:lnTo>
                  <a:pt x="31952" y="379097"/>
                </a:lnTo>
                <a:lnTo>
                  <a:pt x="49216" y="335798"/>
                </a:lnTo>
                <a:lnTo>
                  <a:pt x="69850" y="294336"/>
                </a:lnTo>
                <a:lnTo>
                  <a:pt x="93683" y="254882"/>
                </a:lnTo>
                <a:lnTo>
                  <a:pt x="120546" y="217605"/>
                </a:lnTo>
                <a:lnTo>
                  <a:pt x="150267" y="182677"/>
                </a:lnTo>
                <a:lnTo>
                  <a:pt x="182677" y="150267"/>
                </a:lnTo>
                <a:lnTo>
                  <a:pt x="217605" y="120546"/>
                </a:lnTo>
                <a:lnTo>
                  <a:pt x="254882" y="93683"/>
                </a:lnTo>
                <a:lnTo>
                  <a:pt x="294336" y="69850"/>
                </a:lnTo>
                <a:lnTo>
                  <a:pt x="335798" y="49216"/>
                </a:lnTo>
                <a:lnTo>
                  <a:pt x="379097" y="31952"/>
                </a:lnTo>
                <a:lnTo>
                  <a:pt x="424063" y="18228"/>
                </a:lnTo>
                <a:lnTo>
                  <a:pt x="470526" y="8215"/>
                </a:lnTo>
                <a:lnTo>
                  <a:pt x="518315" y="2082"/>
                </a:lnTo>
                <a:lnTo>
                  <a:pt x="567261" y="0"/>
                </a:lnTo>
                <a:lnTo>
                  <a:pt x="3516938" y="0"/>
                </a:lnTo>
                <a:lnTo>
                  <a:pt x="3566815" y="2195"/>
                </a:lnTo>
                <a:lnTo>
                  <a:pt x="3615975" y="8709"/>
                </a:lnTo>
                <a:lnTo>
                  <a:pt x="3664156" y="19434"/>
                </a:lnTo>
                <a:lnTo>
                  <a:pt x="3711096" y="34261"/>
                </a:lnTo>
                <a:lnTo>
                  <a:pt x="3756535" y="53083"/>
                </a:lnTo>
                <a:lnTo>
                  <a:pt x="3800212" y="75790"/>
                </a:lnTo>
                <a:lnTo>
                  <a:pt x="3841864" y="102276"/>
                </a:lnTo>
                <a:lnTo>
                  <a:pt x="3881231" y="132430"/>
                </a:lnTo>
                <a:lnTo>
                  <a:pt x="3918052" y="166146"/>
                </a:lnTo>
                <a:lnTo>
                  <a:pt x="3951769" y="202967"/>
                </a:lnTo>
                <a:lnTo>
                  <a:pt x="3981923" y="242335"/>
                </a:lnTo>
                <a:lnTo>
                  <a:pt x="4008409" y="283987"/>
                </a:lnTo>
                <a:lnTo>
                  <a:pt x="4031116" y="327664"/>
                </a:lnTo>
                <a:lnTo>
                  <a:pt x="4049937" y="373103"/>
                </a:lnTo>
                <a:lnTo>
                  <a:pt x="4064765" y="420043"/>
                </a:lnTo>
                <a:lnTo>
                  <a:pt x="4075490" y="468224"/>
                </a:lnTo>
                <a:lnTo>
                  <a:pt x="4082004" y="517384"/>
                </a:lnTo>
                <a:lnTo>
                  <a:pt x="4084199" y="567261"/>
                </a:lnTo>
                <a:lnTo>
                  <a:pt x="4084199" y="2836238"/>
                </a:lnTo>
                <a:lnTo>
                  <a:pt x="4082117" y="2885184"/>
                </a:lnTo>
                <a:lnTo>
                  <a:pt x="4075984" y="2932973"/>
                </a:lnTo>
                <a:lnTo>
                  <a:pt x="4065971" y="2979436"/>
                </a:lnTo>
                <a:lnTo>
                  <a:pt x="4052247" y="3024402"/>
                </a:lnTo>
                <a:lnTo>
                  <a:pt x="4034983" y="3067701"/>
                </a:lnTo>
                <a:lnTo>
                  <a:pt x="4014349" y="3109163"/>
                </a:lnTo>
                <a:lnTo>
                  <a:pt x="3990516" y="3148617"/>
                </a:lnTo>
                <a:lnTo>
                  <a:pt x="3963653" y="3185894"/>
                </a:lnTo>
                <a:lnTo>
                  <a:pt x="3933932" y="3220822"/>
                </a:lnTo>
                <a:lnTo>
                  <a:pt x="3901522" y="3253232"/>
                </a:lnTo>
                <a:lnTo>
                  <a:pt x="3866594" y="3282953"/>
                </a:lnTo>
                <a:lnTo>
                  <a:pt x="3829317" y="3309816"/>
                </a:lnTo>
                <a:lnTo>
                  <a:pt x="3789863" y="3333649"/>
                </a:lnTo>
                <a:lnTo>
                  <a:pt x="3748401" y="3354283"/>
                </a:lnTo>
                <a:lnTo>
                  <a:pt x="3705102" y="3371547"/>
                </a:lnTo>
                <a:lnTo>
                  <a:pt x="3660136" y="3385271"/>
                </a:lnTo>
                <a:lnTo>
                  <a:pt x="3613673" y="3395284"/>
                </a:lnTo>
                <a:lnTo>
                  <a:pt x="3565884" y="3401417"/>
                </a:lnTo>
                <a:lnTo>
                  <a:pt x="3516938" y="34034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037" y="579575"/>
            <a:ext cx="3043124" cy="404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08705" y="1501695"/>
            <a:ext cx="1428115" cy="223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/>
              <a:t>COMO</a:t>
            </a:r>
            <a:r>
              <a:rPr dirty="0" sz="1300" spc="-65"/>
              <a:t> </a:t>
            </a:r>
            <a:r>
              <a:rPr dirty="0" sz="1300" spc="-10"/>
              <a:t>PREVENIR</a:t>
            </a:r>
            <a:endParaRPr sz="1300"/>
          </a:p>
        </p:txBody>
      </p:sp>
      <p:sp>
        <p:nvSpPr>
          <p:cNvPr id="5" name="object 5" descr=""/>
          <p:cNvSpPr txBox="1"/>
          <p:nvPr/>
        </p:nvSpPr>
        <p:spPr>
          <a:xfrm>
            <a:off x="933155" y="1857803"/>
            <a:ext cx="3418840" cy="214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66675" indent="-313055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Respeite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os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limites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Não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invada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espaço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físico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emocional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colegas.</a:t>
            </a:r>
            <a:endParaRPr sz="1100">
              <a:latin typeface="Arial MT"/>
              <a:cs typeface="Arial MT"/>
            </a:endParaRPr>
          </a:p>
          <a:p>
            <a:pPr marL="325120" marR="105410" indent="-313055">
              <a:lnSpc>
                <a:spcPct val="114999"/>
              </a:lnSpc>
              <a:buFont typeface="Arial MT"/>
              <a:buChar char="●"/>
              <a:tabLst>
                <a:tab pos="325120" algn="l"/>
              </a:tabLst>
            </a:pPr>
            <a:r>
              <a:rPr dirty="0" sz="1100" b="1">
                <a:latin typeface="Arial"/>
                <a:cs typeface="Arial"/>
              </a:rPr>
              <a:t>Seja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ético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profissional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Evite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comentários</a:t>
            </a:r>
            <a:r>
              <a:rPr dirty="0" sz="1100" spc="-25">
                <a:latin typeface="Arial MT"/>
                <a:cs typeface="Arial MT"/>
              </a:rPr>
              <a:t> ou </a:t>
            </a:r>
            <a:r>
              <a:rPr dirty="0" sz="1100">
                <a:latin typeface="Arial MT"/>
                <a:cs typeface="Arial MT"/>
              </a:rPr>
              <a:t>atitudes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possam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gerar</a:t>
            </a:r>
            <a:r>
              <a:rPr dirty="0" sz="1100" spc="-10">
                <a:latin typeface="Arial MT"/>
                <a:cs typeface="Arial MT"/>
              </a:rPr>
              <a:t> constrangimento.</a:t>
            </a:r>
            <a:endParaRPr sz="1100">
              <a:latin typeface="Arial MT"/>
              <a:cs typeface="Arial MT"/>
            </a:endParaRPr>
          </a:p>
          <a:p>
            <a:pPr marL="325120" marR="275590" indent="-313055">
              <a:lnSpc>
                <a:spcPct val="114999"/>
              </a:lnSpc>
              <a:buFont typeface="Arial MT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Promova </a:t>
            </a:r>
            <a:r>
              <a:rPr dirty="0" sz="1100" b="1">
                <a:latin typeface="Arial"/>
                <a:cs typeface="Arial"/>
              </a:rPr>
              <a:t>a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empatia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Coloque-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lugar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do </a:t>
            </a:r>
            <a:r>
              <a:rPr dirty="0" sz="1100" spc="-10">
                <a:latin typeface="Arial MT"/>
                <a:cs typeface="Arial MT"/>
              </a:rPr>
              <a:t>outro.</a:t>
            </a:r>
            <a:endParaRPr sz="1100">
              <a:latin typeface="Arial MT"/>
              <a:cs typeface="Arial MT"/>
            </a:endParaRPr>
          </a:p>
          <a:p>
            <a:pPr marL="325120" marR="5080" indent="-313055">
              <a:lnSpc>
                <a:spcPct val="114999"/>
              </a:lnSpc>
              <a:buFont typeface="Arial MT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Denuncie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com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responsabilidade</a:t>
            </a:r>
            <a:r>
              <a:rPr dirty="0" sz="1100" spc="-10">
                <a:latin typeface="Arial MT"/>
                <a:cs typeface="Arial MT"/>
              </a:rPr>
              <a:t>: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presenciar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sofrer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assédio,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comunique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10">
                <a:latin typeface="Arial MT"/>
                <a:cs typeface="Arial MT"/>
              </a:rPr>
              <a:t>denúncias.</a:t>
            </a:r>
            <a:endParaRPr sz="1100">
              <a:latin typeface="Arial MT"/>
              <a:cs typeface="Arial MT"/>
            </a:endParaRPr>
          </a:p>
          <a:p>
            <a:pPr marL="325120" marR="525145" indent="-313055">
              <a:lnSpc>
                <a:spcPct val="114999"/>
              </a:lnSpc>
              <a:buFont typeface="Arial MT"/>
              <a:buChar char="●"/>
              <a:tabLst>
                <a:tab pos="325120" algn="l"/>
              </a:tabLst>
            </a:pPr>
            <a:r>
              <a:rPr dirty="0" sz="1100" spc="-20" b="1">
                <a:latin typeface="Arial"/>
                <a:cs typeface="Arial"/>
              </a:rPr>
              <a:t>Eduque-</a:t>
            </a:r>
            <a:r>
              <a:rPr dirty="0" sz="1100" b="1">
                <a:latin typeface="Arial"/>
                <a:cs typeface="Arial"/>
              </a:rPr>
              <a:t>se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continuamente</a:t>
            </a:r>
            <a:r>
              <a:rPr dirty="0" sz="1100" spc="-10">
                <a:latin typeface="Arial MT"/>
                <a:cs typeface="Arial MT"/>
              </a:rPr>
              <a:t>: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Participe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>
                <a:latin typeface="Arial MT"/>
                <a:cs typeface="Arial MT"/>
              </a:rPr>
              <a:t>treinamentos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converse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sobre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tema.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3395" y="295200"/>
            <a:ext cx="2890959" cy="4848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1025" y="628799"/>
            <a:ext cx="7888605" cy="1365250"/>
          </a:xfrm>
          <a:custGeom>
            <a:avLst/>
            <a:gdLst/>
            <a:ahLst/>
            <a:cxnLst/>
            <a:rect l="l" t="t" r="r" b="b"/>
            <a:pathLst>
              <a:path w="7888605" h="1365250">
                <a:moveTo>
                  <a:pt x="7661044" y="1364699"/>
                </a:moveTo>
                <a:lnTo>
                  <a:pt x="227454" y="1364699"/>
                </a:lnTo>
                <a:lnTo>
                  <a:pt x="181614" y="1360078"/>
                </a:lnTo>
                <a:lnTo>
                  <a:pt x="138918" y="1346825"/>
                </a:lnTo>
                <a:lnTo>
                  <a:pt x="100282" y="1325854"/>
                </a:lnTo>
                <a:lnTo>
                  <a:pt x="66619" y="1298080"/>
                </a:lnTo>
                <a:lnTo>
                  <a:pt x="38845" y="1264417"/>
                </a:lnTo>
                <a:lnTo>
                  <a:pt x="17874" y="1225780"/>
                </a:lnTo>
                <a:lnTo>
                  <a:pt x="4621" y="1183085"/>
                </a:lnTo>
                <a:lnTo>
                  <a:pt x="0" y="1137245"/>
                </a:lnTo>
                <a:lnTo>
                  <a:pt x="0" y="227454"/>
                </a:lnTo>
                <a:lnTo>
                  <a:pt x="4621" y="181614"/>
                </a:lnTo>
                <a:lnTo>
                  <a:pt x="17874" y="138918"/>
                </a:lnTo>
                <a:lnTo>
                  <a:pt x="38845" y="100282"/>
                </a:lnTo>
                <a:lnTo>
                  <a:pt x="66619" y="66619"/>
                </a:lnTo>
                <a:lnTo>
                  <a:pt x="100282" y="38845"/>
                </a:lnTo>
                <a:lnTo>
                  <a:pt x="138918" y="17874"/>
                </a:lnTo>
                <a:lnTo>
                  <a:pt x="181614" y="4621"/>
                </a:lnTo>
                <a:lnTo>
                  <a:pt x="227454" y="0"/>
                </a:lnTo>
                <a:lnTo>
                  <a:pt x="7661044" y="0"/>
                </a:lnTo>
                <a:lnTo>
                  <a:pt x="7705626" y="4410"/>
                </a:lnTo>
                <a:lnTo>
                  <a:pt x="7748088" y="17313"/>
                </a:lnTo>
                <a:lnTo>
                  <a:pt x="7787237" y="38215"/>
                </a:lnTo>
                <a:lnTo>
                  <a:pt x="7821880" y="66619"/>
                </a:lnTo>
                <a:lnTo>
                  <a:pt x="7850285" y="101262"/>
                </a:lnTo>
                <a:lnTo>
                  <a:pt x="7871186" y="140411"/>
                </a:lnTo>
                <a:lnTo>
                  <a:pt x="7884089" y="182873"/>
                </a:lnTo>
                <a:lnTo>
                  <a:pt x="7888499" y="227454"/>
                </a:lnTo>
                <a:lnTo>
                  <a:pt x="7888499" y="1137245"/>
                </a:lnTo>
                <a:lnTo>
                  <a:pt x="7883878" y="1183085"/>
                </a:lnTo>
                <a:lnTo>
                  <a:pt x="7870625" y="1225780"/>
                </a:lnTo>
                <a:lnTo>
                  <a:pt x="7849654" y="1264417"/>
                </a:lnTo>
                <a:lnTo>
                  <a:pt x="7821879" y="1298080"/>
                </a:lnTo>
                <a:lnTo>
                  <a:pt x="7788217" y="1325854"/>
                </a:lnTo>
                <a:lnTo>
                  <a:pt x="7749580" y="1346825"/>
                </a:lnTo>
                <a:lnTo>
                  <a:pt x="7706885" y="1360078"/>
                </a:lnTo>
                <a:lnTo>
                  <a:pt x="7661044" y="13646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35450" y="763020"/>
            <a:ext cx="5801995" cy="105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0625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E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ACONTECER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COMIGO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OU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COM</a:t>
            </a:r>
            <a:r>
              <a:rPr dirty="0" sz="1300" spc="-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ALGUÉM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PRÓXIMO?</a:t>
            </a:r>
            <a:endParaRPr sz="13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1435"/>
              </a:spcBef>
              <a:buFont typeface="Arial MT"/>
              <a:buAutoNum type="arabicPeriod"/>
              <a:tabLst>
                <a:tab pos="378460" algn="l"/>
              </a:tabLst>
            </a:pPr>
            <a:r>
              <a:rPr dirty="0" sz="1300" spc="-10" b="1">
                <a:latin typeface="Arial"/>
                <a:cs typeface="Arial"/>
              </a:rPr>
              <a:t>Documente</a:t>
            </a:r>
            <a:r>
              <a:rPr dirty="0" sz="1300" spc="-10">
                <a:latin typeface="Arial MT"/>
                <a:cs typeface="Arial MT"/>
              </a:rPr>
              <a:t>: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Registre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datas,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locais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foi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dito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ou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feito.</a:t>
            </a:r>
            <a:endParaRPr sz="1300">
              <a:latin typeface="Arial MT"/>
              <a:cs typeface="Arial MT"/>
            </a:endParaRPr>
          </a:p>
          <a:p>
            <a:pPr marL="378460" indent="-365760">
              <a:lnSpc>
                <a:spcPct val="100000"/>
              </a:lnSpc>
              <a:spcBef>
                <a:spcPts val="229"/>
              </a:spcBef>
              <a:buFont typeface="Arial MT"/>
              <a:buAutoNum type="arabicPeriod"/>
              <a:tabLst>
                <a:tab pos="378460" algn="l"/>
              </a:tabLst>
            </a:pPr>
            <a:r>
              <a:rPr dirty="0" sz="1300" b="1">
                <a:latin typeface="Arial"/>
                <a:cs typeface="Arial"/>
              </a:rPr>
              <a:t>Busque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apoio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Fale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RH,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liderança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ou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canal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denúncia.</a:t>
            </a:r>
            <a:endParaRPr sz="1300">
              <a:latin typeface="Arial MT"/>
              <a:cs typeface="Arial MT"/>
            </a:endParaRPr>
          </a:p>
          <a:p>
            <a:pPr marL="378460" indent="-365760">
              <a:lnSpc>
                <a:spcPct val="100000"/>
              </a:lnSpc>
              <a:spcBef>
                <a:spcPts val="235"/>
              </a:spcBef>
              <a:buFont typeface="Arial MT"/>
              <a:buAutoNum type="arabicPeriod"/>
              <a:tabLst>
                <a:tab pos="378460" algn="l"/>
              </a:tabLst>
            </a:pPr>
            <a:r>
              <a:rPr dirty="0" sz="1300" b="1">
                <a:latin typeface="Arial"/>
                <a:cs typeface="Arial"/>
              </a:rPr>
              <a:t>Não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se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cale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silêncio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perpetua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abuso.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8400" y="2300413"/>
            <a:ext cx="388683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"Respeito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não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apenas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regra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10">
                <a:latin typeface="Arial MT"/>
                <a:cs typeface="Arial MT"/>
              </a:rPr>
              <a:t> valor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transforma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ambientes,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fortalece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vínculos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e </a:t>
            </a:r>
            <a:r>
              <a:rPr dirty="0" sz="1400">
                <a:latin typeface="Arial MT"/>
                <a:cs typeface="Arial MT"/>
              </a:rPr>
              <a:t>protege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pessoas.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gesto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conta,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escuta </a:t>
            </a:r>
            <a:r>
              <a:rPr dirty="0" sz="1400">
                <a:latin typeface="Arial MT"/>
                <a:cs typeface="Arial MT"/>
              </a:rPr>
              <a:t>importa,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atitude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constrói.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possamos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cuidado,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coragem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 consciência, </a:t>
            </a:r>
            <a:r>
              <a:rPr dirty="0" sz="1400">
                <a:latin typeface="Arial MT"/>
                <a:cs typeface="Arial MT"/>
              </a:rPr>
              <a:t>todos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dias.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você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precisar,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fale.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20">
                <a:latin typeface="Arial MT"/>
                <a:cs typeface="Arial MT"/>
              </a:rPr>
              <a:t> você </a:t>
            </a:r>
            <a:r>
              <a:rPr dirty="0" sz="1400">
                <a:latin typeface="Arial MT"/>
                <a:cs typeface="Arial MT"/>
              </a:rPr>
              <a:t>presenciar,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apoie.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você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tiver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dúvidas, </a:t>
            </a:r>
            <a:r>
              <a:rPr dirty="0" sz="1400">
                <a:latin typeface="Arial MT"/>
                <a:cs typeface="Arial MT"/>
              </a:rPr>
              <a:t>pergunte.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Juntos,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criamos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lugar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todos </a:t>
            </a:r>
            <a:r>
              <a:rPr dirty="0" sz="1400">
                <a:latin typeface="Arial MT"/>
                <a:cs typeface="Arial MT"/>
              </a:rPr>
              <a:t>têm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voz,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segurança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dignidade."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1475" y="1022449"/>
            <a:ext cx="3428999" cy="4121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PREVENÇÃO AO ASSEDIO</dc:title>
  <dcterms:created xsi:type="dcterms:W3CDTF">2025-12-22T10:05:14Z</dcterms:created>
  <dcterms:modified xsi:type="dcterms:W3CDTF">2025-12-22T10:05:14Z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2025-12-22T00:00:00Z</vt:filetime>
  </property>
</Properties>
</file>