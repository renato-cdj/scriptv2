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5274" y="226900"/>
            <a:ext cx="8760460" cy="4768215"/>
          </a:xfrm>
          <a:custGeom>
            <a:avLst/>
            <a:gdLst/>
            <a:ahLst/>
            <a:cxnLst/>
            <a:rect l="l" t="t" r="r" b="b"/>
            <a:pathLst>
              <a:path w="8760460" h="4768215">
                <a:moveTo>
                  <a:pt x="7965284" y="4768199"/>
                </a:moveTo>
                <a:lnTo>
                  <a:pt x="794715" y="4768199"/>
                </a:lnTo>
                <a:lnTo>
                  <a:pt x="746304" y="4766749"/>
                </a:lnTo>
                <a:lnTo>
                  <a:pt x="698659" y="4762453"/>
                </a:lnTo>
                <a:lnTo>
                  <a:pt x="651864" y="4755396"/>
                </a:lnTo>
                <a:lnTo>
                  <a:pt x="606003" y="4745659"/>
                </a:lnTo>
                <a:lnTo>
                  <a:pt x="561158" y="4733326"/>
                </a:lnTo>
                <a:lnTo>
                  <a:pt x="517413" y="4718480"/>
                </a:lnTo>
                <a:lnTo>
                  <a:pt x="474851" y="4701205"/>
                </a:lnTo>
                <a:lnTo>
                  <a:pt x="433555" y="4681583"/>
                </a:lnTo>
                <a:lnTo>
                  <a:pt x="393607" y="4659698"/>
                </a:lnTo>
                <a:lnTo>
                  <a:pt x="355092" y="4635632"/>
                </a:lnTo>
                <a:lnTo>
                  <a:pt x="318092" y="4609469"/>
                </a:lnTo>
                <a:lnTo>
                  <a:pt x="282690" y="4581292"/>
                </a:lnTo>
                <a:lnTo>
                  <a:pt x="248970" y="4551185"/>
                </a:lnTo>
                <a:lnTo>
                  <a:pt x="217014" y="4519229"/>
                </a:lnTo>
                <a:lnTo>
                  <a:pt x="186907" y="4485509"/>
                </a:lnTo>
                <a:lnTo>
                  <a:pt x="158730" y="4450107"/>
                </a:lnTo>
                <a:lnTo>
                  <a:pt x="132567" y="4413107"/>
                </a:lnTo>
                <a:lnTo>
                  <a:pt x="108502" y="4374592"/>
                </a:lnTo>
                <a:lnTo>
                  <a:pt x="86616" y="4334645"/>
                </a:lnTo>
                <a:lnTo>
                  <a:pt x="66994" y="4293348"/>
                </a:lnTo>
                <a:lnTo>
                  <a:pt x="49719" y="4250786"/>
                </a:lnTo>
                <a:lnTo>
                  <a:pt x="34873" y="4207041"/>
                </a:lnTo>
                <a:lnTo>
                  <a:pt x="22540" y="4162196"/>
                </a:lnTo>
                <a:lnTo>
                  <a:pt x="12803" y="4116335"/>
                </a:lnTo>
                <a:lnTo>
                  <a:pt x="5746" y="4069540"/>
                </a:lnTo>
                <a:lnTo>
                  <a:pt x="1450" y="4021895"/>
                </a:lnTo>
                <a:lnTo>
                  <a:pt x="0" y="3973483"/>
                </a:lnTo>
                <a:lnTo>
                  <a:pt x="0" y="794715"/>
                </a:lnTo>
                <a:lnTo>
                  <a:pt x="1450" y="746304"/>
                </a:lnTo>
                <a:lnTo>
                  <a:pt x="5746" y="698659"/>
                </a:lnTo>
                <a:lnTo>
                  <a:pt x="12803" y="651864"/>
                </a:lnTo>
                <a:lnTo>
                  <a:pt x="22540" y="606003"/>
                </a:lnTo>
                <a:lnTo>
                  <a:pt x="34873" y="561158"/>
                </a:lnTo>
                <a:lnTo>
                  <a:pt x="49719" y="517413"/>
                </a:lnTo>
                <a:lnTo>
                  <a:pt x="66994" y="474851"/>
                </a:lnTo>
                <a:lnTo>
                  <a:pt x="86616" y="433555"/>
                </a:lnTo>
                <a:lnTo>
                  <a:pt x="108502" y="393607"/>
                </a:lnTo>
                <a:lnTo>
                  <a:pt x="132567" y="355092"/>
                </a:lnTo>
                <a:lnTo>
                  <a:pt x="158730" y="318092"/>
                </a:lnTo>
                <a:lnTo>
                  <a:pt x="186907" y="282690"/>
                </a:lnTo>
                <a:lnTo>
                  <a:pt x="217014" y="248970"/>
                </a:lnTo>
                <a:lnTo>
                  <a:pt x="248970" y="217014"/>
                </a:lnTo>
                <a:lnTo>
                  <a:pt x="282690" y="186907"/>
                </a:lnTo>
                <a:lnTo>
                  <a:pt x="318092" y="158730"/>
                </a:lnTo>
                <a:lnTo>
                  <a:pt x="355092" y="132567"/>
                </a:lnTo>
                <a:lnTo>
                  <a:pt x="393607" y="108502"/>
                </a:lnTo>
                <a:lnTo>
                  <a:pt x="433555" y="86616"/>
                </a:lnTo>
                <a:lnTo>
                  <a:pt x="474851" y="66994"/>
                </a:lnTo>
                <a:lnTo>
                  <a:pt x="517413" y="49719"/>
                </a:lnTo>
                <a:lnTo>
                  <a:pt x="561158" y="34873"/>
                </a:lnTo>
                <a:lnTo>
                  <a:pt x="606003" y="22540"/>
                </a:lnTo>
                <a:lnTo>
                  <a:pt x="651864" y="12803"/>
                </a:lnTo>
                <a:lnTo>
                  <a:pt x="698659" y="5746"/>
                </a:lnTo>
                <a:lnTo>
                  <a:pt x="746304" y="1450"/>
                </a:lnTo>
                <a:lnTo>
                  <a:pt x="794715" y="0"/>
                </a:lnTo>
                <a:lnTo>
                  <a:pt x="7965284" y="0"/>
                </a:lnTo>
                <a:lnTo>
                  <a:pt x="8013750" y="1477"/>
                </a:lnTo>
                <a:lnTo>
                  <a:pt x="8061788" y="5878"/>
                </a:lnTo>
                <a:lnTo>
                  <a:pt x="8109277" y="13150"/>
                </a:lnTo>
                <a:lnTo>
                  <a:pt x="8156095" y="23244"/>
                </a:lnTo>
                <a:lnTo>
                  <a:pt x="8202121" y="36109"/>
                </a:lnTo>
                <a:lnTo>
                  <a:pt x="8247233" y="51696"/>
                </a:lnTo>
                <a:lnTo>
                  <a:pt x="8291310" y="69953"/>
                </a:lnTo>
                <a:lnTo>
                  <a:pt x="8334230" y="90831"/>
                </a:lnTo>
                <a:lnTo>
                  <a:pt x="8375872" y="114279"/>
                </a:lnTo>
                <a:lnTo>
                  <a:pt x="8416115" y="140247"/>
                </a:lnTo>
                <a:lnTo>
                  <a:pt x="8454837" y="168684"/>
                </a:lnTo>
                <a:lnTo>
                  <a:pt x="8491916" y="199541"/>
                </a:lnTo>
                <a:lnTo>
                  <a:pt x="8527232" y="232766"/>
                </a:lnTo>
                <a:lnTo>
                  <a:pt x="8560458" y="268082"/>
                </a:lnTo>
                <a:lnTo>
                  <a:pt x="8591315" y="305162"/>
                </a:lnTo>
                <a:lnTo>
                  <a:pt x="8619752" y="343884"/>
                </a:lnTo>
                <a:lnTo>
                  <a:pt x="8645720" y="384127"/>
                </a:lnTo>
                <a:lnTo>
                  <a:pt x="8669168" y="425769"/>
                </a:lnTo>
                <a:lnTo>
                  <a:pt x="8690046" y="468689"/>
                </a:lnTo>
                <a:lnTo>
                  <a:pt x="8708303" y="512766"/>
                </a:lnTo>
                <a:lnTo>
                  <a:pt x="8723890" y="557878"/>
                </a:lnTo>
                <a:lnTo>
                  <a:pt x="8736755" y="603904"/>
                </a:lnTo>
                <a:lnTo>
                  <a:pt x="8746849" y="650722"/>
                </a:lnTo>
                <a:lnTo>
                  <a:pt x="8754121" y="698211"/>
                </a:lnTo>
                <a:lnTo>
                  <a:pt x="8758522" y="746249"/>
                </a:lnTo>
                <a:lnTo>
                  <a:pt x="8759999" y="794715"/>
                </a:lnTo>
                <a:lnTo>
                  <a:pt x="8759999" y="3973483"/>
                </a:lnTo>
                <a:lnTo>
                  <a:pt x="8758549" y="4021895"/>
                </a:lnTo>
                <a:lnTo>
                  <a:pt x="8754253" y="4069540"/>
                </a:lnTo>
                <a:lnTo>
                  <a:pt x="8747196" y="4116335"/>
                </a:lnTo>
                <a:lnTo>
                  <a:pt x="8737459" y="4162196"/>
                </a:lnTo>
                <a:lnTo>
                  <a:pt x="8725126" y="4207041"/>
                </a:lnTo>
                <a:lnTo>
                  <a:pt x="8710280" y="4250786"/>
                </a:lnTo>
                <a:lnTo>
                  <a:pt x="8693005" y="4293348"/>
                </a:lnTo>
                <a:lnTo>
                  <a:pt x="8673383" y="4334645"/>
                </a:lnTo>
                <a:lnTo>
                  <a:pt x="8651498" y="4374592"/>
                </a:lnTo>
                <a:lnTo>
                  <a:pt x="8627432" y="4413107"/>
                </a:lnTo>
                <a:lnTo>
                  <a:pt x="8601269" y="4450107"/>
                </a:lnTo>
                <a:lnTo>
                  <a:pt x="8573092" y="4485509"/>
                </a:lnTo>
                <a:lnTo>
                  <a:pt x="8542985" y="4519229"/>
                </a:lnTo>
                <a:lnTo>
                  <a:pt x="8511029" y="4551185"/>
                </a:lnTo>
                <a:lnTo>
                  <a:pt x="8477309" y="4581292"/>
                </a:lnTo>
                <a:lnTo>
                  <a:pt x="8441907" y="4609469"/>
                </a:lnTo>
                <a:lnTo>
                  <a:pt x="8404907" y="4635632"/>
                </a:lnTo>
                <a:lnTo>
                  <a:pt x="8366392" y="4659698"/>
                </a:lnTo>
                <a:lnTo>
                  <a:pt x="8326445" y="4681583"/>
                </a:lnTo>
                <a:lnTo>
                  <a:pt x="8285148" y="4701205"/>
                </a:lnTo>
                <a:lnTo>
                  <a:pt x="8242586" y="4718480"/>
                </a:lnTo>
                <a:lnTo>
                  <a:pt x="8198841" y="4733326"/>
                </a:lnTo>
                <a:lnTo>
                  <a:pt x="8153996" y="4745659"/>
                </a:lnTo>
                <a:lnTo>
                  <a:pt x="8108135" y="4755396"/>
                </a:lnTo>
                <a:lnTo>
                  <a:pt x="8061341" y="4762453"/>
                </a:lnTo>
                <a:lnTo>
                  <a:pt x="8013696" y="4766749"/>
                </a:lnTo>
                <a:lnTo>
                  <a:pt x="7965284" y="4768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2775" y="1103291"/>
            <a:ext cx="7138449" cy="849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118" y="1311114"/>
            <a:ext cx="4274185" cy="3465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3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5143499"/>
                  </a:lnTo>
                  <a:close/>
                </a:path>
              </a:pathLst>
            </a:custGeom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5274" y="226900"/>
              <a:ext cx="8760460" cy="4768215"/>
            </a:xfrm>
            <a:custGeom>
              <a:avLst/>
              <a:gdLst/>
              <a:ahLst/>
              <a:cxnLst/>
              <a:rect l="l" t="t" r="r" b="b"/>
              <a:pathLst>
                <a:path w="8760460" h="4768215">
                  <a:moveTo>
                    <a:pt x="7965284" y="4768199"/>
                  </a:moveTo>
                  <a:lnTo>
                    <a:pt x="794715" y="4768199"/>
                  </a:lnTo>
                  <a:lnTo>
                    <a:pt x="746304" y="4766749"/>
                  </a:lnTo>
                  <a:lnTo>
                    <a:pt x="698659" y="4762453"/>
                  </a:lnTo>
                  <a:lnTo>
                    <a:pt x="651864" y="4755396"/>
                  </a:lnTo>
                  <a:lnTo>
                    <a:pt x="606003" y="4745659"/>
                  </a:lnTo>
                  <a:lnTo>
                    <a:pt x="561158" y="4733326"/>
                  </a:lnTo>
                  <a:lnTo>
                    <a:pt x="517413" y="4718480"/>
                  </a:lnTo>
                  <a:lnTo>
                    <a:pt x="474851" y="4701205"/>
                  </a:lnTo>
                  <a:lnTo>
                    <a:pt x="433555" y="4681583"/>
                  </a:lnTo>
                  <a:lnTo>
                    <a:pt x="393607" y="4659698"/>
                  </a:lnTo>
                  <a:lnTo>
                    <a:pt x="355092" y="4635632"/>
                  </a:lnTo>
                  <a:lnTo>
                    <a:pt x="318092" y="4609469"/>
                  </a:lnTo>
                  <a:lnTo>
                    <a:pt x="282690" y="4581292"/>
                  </a:lnTo>
                  <a:lnTo>
                    <a:pt x="248970" y="4551185"/>
                  </a:lnTo>
                  <a:lnTo>
                    <a:pt x="217014" y="4519229"/>
                  </a:lnTo>
                  <a:lnTo>
                    <a:pt x="186907" y="4485509"/>
                  </a:lnTo>
                  <a:lnTo>
                    <a:pt x="158730" y="4450107"/>
                  </a:lnTo>
                  <a:lnTo>
                    <a:pt x="132567" y="4413107"/>
                  </a:lnTo>
                  <a:lnTo>
                    <a:pt x="108502" y="4374592"/>
                  </a:lnTo>
                  <a:lnTo>
                    <a:pt x="86616" y="4334645"/>
                  </a:lnTo>
                  <a:lnTo>
                    <a:pt x="66994" y="4293348"/>
                  </a:lnTo>
                  <a:lnTo>
                    <a:pt x="49719" y="4250786"/>
                  </a:lnTo>
                  <a:lnTo>
                    <a:pt x="34873" y="4207041"/>
                  </a:lnTo>
                  <a:lnTo>
                    <a:pt x="22540" y="4162196"/>
                  </a:lnTo>
                  <a:lnTo>
                    <a:pt x="12803" y="4116335"/>
                  </a:lnTo>
                  <a:lnTo>
                    <a:pt x="5746" y="4069540"/>
                  </a:lnTo>
                  <a:lnTo>
                    <a:pt x="1450" y="4021895"/>
                  </a:lnTo>
                  <a:lnTo>
                    <a:pt x="0" y="3973483"/>
                  </a:lnTo>
                  <a:lnTo>
                    <a:pt x="0" y="794715"/>
                  </a:lnTo>
                  <a:lnTo>
                    <a:pt x="1450" y="746304"/>
                  </a:lnTo>
                  <a:lnTo>
                    <a:pt x="5746" y="698659"/>
                  </a:lnTo>
                  <a:lnTo>
                    <a:pt x="12803" y="651864"/>
                  </a:lnTo>
                  <a:lnTo>
                    <a:pt x="22540" y="606003"/>
                  </a:lnTo>
                  <a:lnTo>
                    <a:pt x="34873" y="561158"/>
                  </a:lnTo>
                  <a:lnTo>
                    <a:pt x="49719" y="517413"/>
                  </a:lnTo>
                  <a:lnTo>
                    <a:pt x="66994" y="474851"/>
                  </a:lnTo>
                  <a:lnTo>
                    <a:pt x="86616" y="433555"/>
                  </a:lnTo>
                  <a:lnTo>
                    <a:pt x="108502" y="393607"/>
                  </a:lnTo>
                  <a:lnTo>
                    <a:pt x="132567" y="355092"/>
                  </a:lnTo>
                  <a:lnTo>
                    <a:pt x="158730" y="318092"/>
                  </a:lnTo>
                  <a:lnTo>
                    <a:pt x="186907" y="282690"/>
                  </a:lnTo>
                  <a:lnTo>
                    <a:pt x="217014" y="248970"/>
                  </a:lnTo>
                  <a:lnTo>
                    <a:pt x="248970" y="217014"/>
                  </a:lnTo>
                  <a:lnTo>
                    <a:pt x="282690" y="186907"/>
                  </a:lnTo>
                  <a:lnTo>
                    <a:pt x="318092" y="158730"/>
                  </a:lnTo>
                  <a:lnTo>
                    <a:pt x="355092" y="132567"/>
                  </a:lnTo>
                  <a:lnTo>
                    <a:pt x="393607" y="108502"/>
                  </a:lnTo>
                  <a:lnTo>
                    <a:pt x="433555" y="86616"/>
                  </a:lnTo>
                  <a:lnTo>
                    <a:pt x="474851" y="66994"/>
                  </a:lnTo>
                  <a:lnTo>
                    <a:pt x="517413" y="49719"/>
                  </a:lnTo>
                  <a:lnTo>
                    <a:pt x="561158" y="34873"/>
                  </a:lnTo>
                  <a:lnTo>
                    <a:pt x="606003" y="22540"/>
                  </a:lnTo>
                  <a:lnTo>
                    <a:pt x="651864" y="12803"/>
                  </a:lnTo>
                  <a:lnTo>
                    <a:pt x="698659" y="5746"/>
                  </a:lnTo>
                  <a:lnTo>
                    <a:pt x="746304" y="1450"/>
                  </a:lnTo>
                  <a:lnTo>
                    <a:pt x="794715" y="0"/>
                  </a:lnTo>
                  <a:lnTo>
                    <a:pt x="7965284" y="0"/>
                  </a:lnTo>
                  <a:lnTo>
                    <a:pt x="8013750" y="1477"/>
                  </a:lnTo>
                  <a:lnTo>
                    <a:pt x="8061788" y="5878"/>
                  </a:lnTo>
                  <a:lnTo>
                    <a:pt x="8109277" y="13150"/>
                  </a:lnTo>
                  <a:lnTo>
                    <a:pt x="8156095" y="23244"/>
                  </a:lnTo>
                  <a:lnTo>
                    <a:pt x="8202121" y="36109"/>
                  </a:lnTo>
                  <a:lnTo>
                    <a:pt x="8247233" y="51696"/>
                  </a:lnTo>
                  <a:lnTo>
                    <a:pt x="8291310" y="69953"/>
                  </a:lnTo>
                  <a:lnTo>
                    <a:pt x="8334230" y="90831"/>
                  </a:lnTo>
                  <a:lnTo>
                    <a:pt x="8375872" y="114279"/>
                  </a:lnTo>
                  <a:lnTo>
                    <a:pt x="8416115" y="140247"/>
                  </a:lnTo>
                  <a:lnTo>
                    <a:pt x="8454837" y="168684"/>
                  </a:lnTo>
                  <a:lnTo>
                    <a:pt x="8491916" y="199541"/>
                  </a:lnTo>
                  <a:lnTo>
                    <a:pt x="8527232" y="232766"/>
                  </a:lnTo>
                  <a:lnTo>
                    <a:pt x="8560458" y="268082"/>
                  </a:lnTo>
                  <a:lnTo>
                    <a:pt x="8591315" y="305162"/>
                  </a:lnTo>
                  <a:lnTo>
                    <a:pt x="8619752" y="343884"/>
                  </a:lnTo>
                  <a:lnTo>
                    <a:pt x="8645720" y="384127"/>
                  </a:lnTo>
                  <a:lnTo>
                    <a:pt x="8669168" y="425769"/>
                  </a:lnTo>
                  <a:lnTo>
                    <a:pt x="8690046" y="468689"/>
                  </a:lnTo>
                  <a:lnTo>
                    <a:pt x="8708303" y="512766"/>
                  </a:lnTo>
                  <a:lnTo>
                    <a:pt x="8723890" y="557878"/>
                  </a:lnTo>
                  <a:lnTo>
                    <a:pt x="8736755" y="603904"/>
                  </a:lnTo>
                  <a:lnTo>
                    <a:pt x="8746849" y="650722"/>
                  </a:lnTo>
                  <a:lnTo>
                    <a:pt x="8754121" y="698211"/>
                  </a:lnTo>
                  <a:lnTo>
                    <a:pt x="8758522" y="746249"/>
                  </a:lnTo>
                  <a:lnTo>
                    <a:pt x="8759999" y="794715"/>
                  </a:lnTo>
                  <a:lnTo>
                    <a:pt x="8759999" y="3973483"/>
                  </a:lnTo>
                  <a:lnTo>
                    <a:pt x="8758549" y="4021895"/>
                  </a:lnTo>
                  <a:lnTo>
                    <a:pt x="8754253" y="4069540"/>
                  </a:lnTo>
                  <a:lnTo>
                    <a:pt x="8747196" y="4116335"/>
                  </a:lnTo>
                  <a:lnTo>
                    <a:pt x="8737459" y="4162196"/>
                  </a:lnTo>
                  <a:lnTo>
                    <a:pt x="8725126" y="4207041"/>
                  </a:lnTo>
                  <a:lnTo>
                    <a:pt x="8710280" y="4250786"/>
                  </a:lnTo>
                  <a:lnTo>
                    <a:pt x="8693005" y="4293348"/>
                  </a:lnTo>
                  <a:lnTo>
                    <a:pt x="8673383" y="4334645"/>
                  </a:lnTo>
                  <a:lnTo>
                    <a:pt x="8651498" y="4374592"/>
                  </a:lnTo>
                  <a:lnTo>
                    <a:pt x="8627432" y="4413107"/>
                  </a:lnTo>
                  <a:lnTo>
                    <a:pt x="8601269" y="4450107"/>
                  </a:lnTo>
                  <a:lnTo>
                    <a:pt x="8573092" y="4485509"/>
                  </a:lnTo>
                  <a:lnTo>
                    <a:pt x="8542985" y="4519229"/>
                  </a:lnTo>
                  <a:lnTo>
                    <a:pt x="8511029" y="4551185"/>
                  </a:lnTo>
                  <a:lnTo>
                    <a:pt x="8477309" y="4581292"/>
                  </a:lnTo>
                  <a:lnTo>
                    <a:pt x="8441907" y="4609469"/>
                  </a:lnTo>
                  <a:lnTo>
                    <a:pt x="8404907" y="4635632"/>
                  </a:lnTo>
                  <a:lnTo>
                    <a:pt x="8366392" y="4659698"/>
                  </a:lnTo>
                  <a:lnTo>
                    <a:pt x="8326445" y="4681583"/>
                  </a:lnTo>
                  <a:lnTo>
                    <a:pt x="8285148" y="4701205"/>
                  </a:lnTo>
                  <a:lnTo>
                    <a:pt x="8242586" y="4718480"/>
                  </a:lnTo>
                  <a:lnTo>
                    <a:pt x="8198841" y="4733326"/>
                  </a:lnTo>
                  <a:lnTo>
                    <a:pt x="8153996" y="4745659"/>
                  </a:lnTo>
                  <a:lnTo>
                    <a:pt x="8108135" y="4755396"/>
                  </a:lnTo>
                  <a:lnTo>
                    <a:pt x="8061341" y="4762453"/>
                  </a:lnTo>
                  <a:lnTo>
                    <a:pt x="8013696" y="4766749"/>
                  </a:lnTo>
                  <a:lnTo>
                    <a:pt x="7965284" y="476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89175" marR="5080" indent="-2082164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Treinamento</a:t>
            </a:r>
            <a:r>
              <a:rPr dirty="0" spc="-95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/>
              <a:t>Segurança</a:t>
            </a:r>
            <a:r>
              <a:rPr dirty="0" spc="-95"/>
              <a:t> </a:t>
            </a:r>
            <a:r>
              <a:rPr dirty="0"/>
              <a:t>da</a:t>
            </a:r>
            <a:r>
              <a:rPr dirty="0" spc="-95"/>
              <a:t> </a:t>
            </a:r>
            <a:r>
              <a:rPr dirty="0" spc="-10"/>
              <a:t>Informação</a:t>
            </a:r>
            <a:r>
              <a:rPr dirty="0" spc="-90"/>
              <a:t> </a:t>
            </a:r>
            <a:r>
              <a:rPr dirty="0" spc="-50"/>
              <a:t>e </a:t>
            </a:r>
            <a:r>
              <a:rPr dirty="0"/>
              <a:t>Gestão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Risco.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96424" y="2188774"/>
            <a:ext cx="4154170" cy="2217420"/>
          </a:xfrm>
          <a:custGeom>
            <a:avLst/>
            <a:gdLst/>
            <a:ahLst/>
            <a:cxnLst/>
            <a:rect l="l" t="t" r="r" b="b"/>
            <a:pathLst>
              <a:path w="4154170" h="2217420">
                <a:moveTo>
                  <a:pt x="3784542" y="2217299"/>
                </a:moveTo>
                <a:lnTo>
                  <a:pt x="369557" y="2217299"/>
                </a:lnTo>
                <a:lnTo>
                  <a:pt x="323200" y="2214420"/>
                </a:lnTo>
                <a:lnTo>
                  <a:pt x="278562" y="2206013"/>
                </a:lnTo>
                <a:lnTo>
                  <a:pt x="235989" y="2192424"/>
                </a:lnTo>
                <a:lnTo>
                  <a:pt x="195826" y="2174000"/>
                </a:lnTo>
                <a:lnTo>
                  <a:pt x="158421" y="2151087"/>
                </a:lnTo>
                <a:lnTo>
                  <a:pt x="124119" y="2124032"/>
                </a:lnTo>
                <a:lnTo>
                  <a:pt x="93267" y="2093180"/>
                </a:lnTo>
                <a:lnTo>
                  <a:pt x="66212" y="2058878"/>
                </a:lnTo>
                <a:lnTo>
                  <a:pt x="43299" y="2021473"/>
                </a:lnTo>
                <a:lnTo>
                  <a:pt x="24875" y="1981310"/>
                </a:lnTo>
                <a:lnTo>
                  <a:pt x="11286" y="1938737"/>
                </a:lnTo>
                <a:lnTo>
                  <a:pt x="2879" y="1894098"/>
                </a:lnTo>
                <a:lnTo>
                  <a:pt x="0" y="1847742"/>
                </a:lnTo>
                <a:lnTo>
                  <a:pt x="0" y="369557"/>
                </a:lnTo>
                <a:lnTo>
                  <a:pt x="2879" y="323200"/>
                </a:lnTo>
                <a:lnTo>
                  <a:pt x="11286" y="278562"/>
                </a:lnTo>
                <a:lnTo>
                  <a:pt x="24875" y="235989"/>
                </a:lnTo>
                <a:lnTo>
                  <a:pt x="43299" y="195826"/>
                </a:lnTo>
                <a:lnTo>
                  <a:pt x="66212" y="158421"/>
                </a:lnTo>
                <a:lnTo>
                  <a:pt x="93267" y="124119"/>
                </a:lnTo>
                <a:lnTo>
                  <a:pt x="124119" y="93267"/>
                </a:lnTo>
                <a:lnTo>
                  <a:pt x="158421" y="66212"/>
                </a:lnTo>
                <a:lnTo>
                  <a:pt x="195826" y="43299"/>
                </a:lnTo>
                <a:lnTo>
                  <a:pt x="235989" y="24875"/>
                </a:lnTo>
                <a:lnTo>
                  <a:pt x="278562" y="11286"/>
                </a:lnTo>
                <a:lnTo>
                  <a:pt x="323200" y="2879"/>
                </a:lnTo>
                <a:lnTo>
                  <a:pt x="369557" y="0"/>
                </a:lnTo>
                <a:lnTo>
                  <a:pt x="3784542" y="0"/>
                </a:lnTo>
                <a:lnTo>
                  <a:pt x="3833118" y="3204"/>
                </a:lnTo>
                <a:lnTo>
                  <a:pt x="3880451" y="12661"/>
                </a:lnTo>
                <a:lnTo>
                  <a:pt x="3925966" y="28130"/>
                </a:lnTo>
                <a:lnTo>
                  <a:pt x="3969088" y="49375"/>
                </a:lnTo>
                <a:lnTo>
                  <a:pt x="4009244" y="76158"/>
                </a:lnTo>
                <a:lnTo>
                  <a:pt x="4045858" y="108240"/>
                </a:lnTo>
                <a:lnTo>
                  <a:pt x="4077941" y="144855"/>
                </a:lnTo>
                <a:lnTo>
                  <a:pt x="4104723" y="185011"/>
                </a:lnTo>
                <a:lnTo>
                  <a:pt x="4125969" y="228133"/>
                </a:lnTo>
                <a:lnTo>
                  <a:pt x="4141438" y="273648"/>
                </a:lnTo>
                <a:lnTo>
                  <a:pt x="4150894" y="320981"/>
                </a:lnTo>
                <a:lnTo>
                  <a:pt x="4154099" y="369557"/>
                </a:lnTo>
                <a:lnTo>
                  <a:pt x="4154099" y="1847742"/>
                </a:lnTo>
                <a:lnTo>
                  <a:pt x="4151220" y="1894098"/>
                </a:lnTo>
                <a:lnTo>
                  <a:pt x="4142813" y="1938737"/>
                </a:lnTo>
                <a:lnTo>
                  <a:pt x="4129224" y="1981310"/>
                </a:lnTo>
                <a:lnTo>
                  <a:pt x="4110800" y="2021473"/>
                </a:lnTo>
                <a:lnTo>
                  <a:pt x="4087887" y="2058878"/>
                </a:lnTo>
                <a:lnTo>
                  <a:pt x="4060832" y="2093180"/>
                </a:lnTo>
                <a:lnTo>
                  <a:pt x="4029980" y="2124032"/>
                </a:lnTo>
                <a:lnTo>
                  <a:pt x="3995678" y="2151087"/>
                </a:lnTo>
                <a:lnTo>
                  <a:pt x="3958273" y="2174000"/>
                </a:lnTo>
                <a:lnTo>
                  <a:pt x="3918110" y="2192424"/>
                </a:lnTo>
                <a:lnTo>
                  <a:pt x="3875537" y="2206013"/>
                </a:lnTo>
                <a:lnTo>
                  <a:pt x="3830898" y="2214420"/>
                </a:lnTo>
                <a:lnTo>
                  <a:pt x="3784542" y="22172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93665" y="2310871"/>
            <a:ext cx="3362325" cy="18954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latin typeface="Arial"/>
                <a:cs typeface="Arial"/>
              </a:rPr>
              <a:t>TREINAMENTO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DISPONÍVEL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NO</a:t>
            </a:r>
            <a:endParaRPr sz="14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250"/>
              </a:spcBef>
            </a:pPr>
            <a:r>
              <a:rPr dirty="0" sz="1400" spc="-10" b="1">
                <a:latin typeface="Arial"/>
                <a:cs typeface="Arial"/>
              </a:rPr>
              <a:t>INTRANET</a:t>
            </a:r>
            <a:endParaRPr sz="1400">
              <a:latin typeface="Arial"/>
              <a:cs typeface="Arial"/>
            </a:endParaRPr>
          </a:p>
          <a:p>
            <a:pPr algn="ctr" marL="12700" marR="5080" indent="1270">
              <a:lnSpc>
                <a:spcPct val="114999"/>
              </a:lnSpc>
              <a:spcBef>
                <a:spcPts val="1200"/>
              </a:spcBef>
            </a:pPr>
            <a:r>
              <a:rPr dirty="0" sz="1400" b="1">
                <a:latin typeface="Arial"/>
                <a:cs typeface="Arial"/>
              </a:rPr>
              <a:t>Segurança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Informação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é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conjunto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práticas,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políticas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tecnologias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que </a:t>
            </a:r>
            <a:r>
              <a:rPr dirty="0" sz="1400">
                <a:latin typeface="Arial"/>
                <a:cs typeface="Arial"/>
              </a:rPr>
              <a:t>têm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como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objetivo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proteger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dados </a:t>
            </a:r>
            <a:r>
              <a:rPr dirty="0" sz="1400">
                <a:latin typeface="Arial"/>
                <a:cs typeface="Arial"/>
              </a:rPr>
              <a:t>contra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acessos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não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autorizados, </a:t>
            </a:r>
            <a:r>
              <a:rPr dirty="0" sz="1400">
                <a:latin typeface="Arial"/>
                <a:cs typeface="Arial"/>
              </a:rPr>
              <a:t>alterações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indevidas,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perda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ou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destruição.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0137" y="639300"/>
            <a:ext cx="3043124" cy="4041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9125" y="1557549"/>
            <a:ext cx="2312600" cy="358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57599" y="1165200"/>
            <a:ext cx="3732529" cy="3403600"/>
          </a:xfrm>
          <a:custGeom>
            <a:avLst/>
            <a:gdLst/>
            <a:ahLst/>
            <a:cxnLst/>
            <a:rect l="l" t="t" r="r" b="b"/>
            <a:pathLst>
              <a:path w="3732529" h="3403600">
                <a:moveTo>
                  <a:pt x="3164738" y="3403499"/>
                </a:moveTo>
                <a:lnTo>
                  <a:pt x="567261" y="3403499"/>
                </a:lnTo>
                <a:lnTo>
                  <a:pt x="518315" y="3401417"/>
                </a:lnTo>
                <a:lnTo>
                  <a:pt x="470526" y="3395284"/>
                </a:lnTo>
                <a:lnTo>
                  <a:pt x="424063" y="3385271"/>
                </a:lnTo>
                <a:lnTo>
                  <a:pt x="379097" y="3371547"/>
                </a:lnTo>
                <a:lnTo>
                  <a:pt x="335798" y="3354283"/>
                </a:lnTo>
                <a:lnTo>
                  <a:pt x="294336" y="3333649"/>
                </a:lnTo>
                <a:lnTo>
                  <a:pt x="254882" y="3309816"/>
                </a:lnTo>
                <a:lnTo>
                  <a:pt x="217605" y="3282953"/>
                </a:lnTo>
                <a:lnTo>
                  <a:pt x="182677" y="3253232"/>
                </a:lnTo>
                <a:lnTo>
                  <a:pt x="150267" y="3220822"/>
                </a:lnTo>
                <a:lnTo>
                  <a:pt x="120546" y="3185894"/>
                </a:lnTo>
                <a:lnTo>
                  <a:pt x="93683" y="3148617"/>
                </a:lnTo>
                <a:lnTo>
                  <a:pt x="69850" y="3109163"/>
                </a:lnTo>
                <a:lnTo>
                  <a:pt x="49216" y="3067701"/>
                </a:lnTo>
                <a:lnTo>
                  <a:pt x="31952" y="3024402"/>
                </a:lnTo>
                <a:lnTo>
                  <a:pt x="18228" y="2979436"/>
                </a:lnTo>
                <a:lnTo>
                  <a:pt x="8215" y="2932973"/>
                </a:lnTo>
                <a:lnTo>
                  <a:pt x="2082" y="2885184"/>
                </a:lnTo>
                <a:lnTo>
                  <a:pt x="0" y="2836238"/>
                </a:lnTo>
                <a:lnTo>
                  <a:pt x="0" y="567261"/>
                </a:lnTo>
                <a:lnTo>
                  <a:pt x="2082" y="518315"/>
                </a:lnTo>
                <a:lnTo>
                  <a:pt x="8215" y="470526"/>
                </a:lnTo>
                <a:lnTo>
                  <a:pt x="18228" y="424063"/>
                </a:lnTo>
                <a:lnTo>
                  <a:pt x="31952" y="379097"/>
                </a:lnTo>
                <a:lnTo>
                  <a:pt x="49216" y="335798"/>
                </a:lnTo>
                <a:lnTo>
                  <a:pt x="69850" y="294336"/>
                </a:lnTo>
                <a:lnTo>
                  <a:pt x="93683" y="254882"/>
                </a:lnTo>
                <a:lnTo>
                  <a:pt x="120546" y="217605"/>
                </a:lnTo>
                <a:lnTo>
                  <a:pt x="150267" y="182677"/>
                </a:lnTo>
                <a:lnTo>
                  <a:pt x="182677" y="150267"/>
                </a:lnTo>
                <a:lnTo>
                  <a:pt x="217605" y="120546"/>
                </a:lnTo>
                <a:lnTo>
                  <a:pt x="254882" y="93683"/>
                </a:lnTo>
                <a:lnTo>
                  <a:pt x="294336" y="69850"/>
                </a:lnTo>
                <a:lnTo>
                  <a:pt x="335798" y="49216"/>
                </a:lnTo>
                <a:lnTo>
                  <a:pt x="379097" y="31952"/>
                </a:lnTo>
                <a:lnTo>
                  <a:pt x="424063" y="18228"/>
                </a:lnTo>
                <a:lnTo>
                  <a:pt x="470526" y="8215"/>
                </a:lnTo>
                <a:lnTo>
                  <a:pt x="518315" y="2082"/>
                </a:lnTo>
                <a:lnTo>
                  <a:pt x="567261" y="0"/>
                </a:lnTo>
                <a:lnTo>
                  <a:pt x="3164738" y="0"/>
                </a:lnTo>
                <a:lnTo>
                  <a:pt x="3214615" y="2195"/>
                </a:lnTo>
                <a:lnTo>
                  <a:pt x="3263775" y="8709"/>
                </a:lnTo>
                <a:lnTo>
                  <a:pt x="3311956" y="19434"/>
                </a:lnTo>
                <a:lnTo>
                  <a:pt x="3358896" y="34261"/>
                </a:lnTo>
                <a:lnTo>
                  <a:pt x="3404335" y="53083"/>
                </a:lnTo>
                <a:lnTo>
                  <a:pt x="3448012" y="75790"/>
                </a:lnTo>
                <a:lnTo>
                  <a:pt x="3489664" y="102276"/>
                </a:lnTo>
                <a:lnTo>
                  <a:pt x="3529031" y="132430"/>
                </a:lnTo>
                <a:lnTo>
                  <a:pt x="3565852" y="166146"/>
                </a:lnTo>
                <a:lnTo>
                  <a:pt x="3599569" y="202967"/>
                </a:lnTo>
                <a:lnTo>
                  <a:pt x="3629723" y="242335"/>
                </a:lnTo>
                <a:lnTo>
                  <a:pt x="3656209" y="283987"/>
                </a:lnTo>
                <a:lnTo>
                  <a:pt x="3678916" y="327664"/>
                </a:lnTo>
                <a:lnTo>
                  <a:pt x="3697737" y="373103"/>
                </a:lnTo>
                <a:lnTo>
                  <a:pt x="3712565" y="420043"/>
                </a:lnTo>
                <a:lnTo>
                  <a:pt x="3723290" y="468224"/>
                </a:lnTo>
                <a:lnTo>
                  <a:pt x="3729804" y="517384"/>
                </a:lnTo>
                <a:lnTo>
                  <a:pt x="3731999" y="567261"/>
                </a:lnTo>
                <a:lnTo>
                  <a:pt x="3731999" y="2836238"/>
                </a:lnTo>
                <a:lnTo>
                  <a:pt x="3729917" y="2885184"/>
                </a:lnTo>
                <a:lnTo>
                  <a:pt x="3723784" y="2932973"/>
                </a:lnTo>
                <a:lnTo>
                  <a:pt x="3713771" y="2979436"/>
                </a:lnTo>
                <a:lnTo>
                  <a:pt x="3700047" y="3024402"/>
                </a:lnTo>
                <a:lnTo>
                  <a:pt x="3682783" y="3067701"/>
                </a:lnTo>
                <a:lnTo>
                  <a:pt x="3662149" y="3109163"/>
                </a:lnTo>
                <a:lnTo>
                  <a:pt x="3638316" y="3148617"/>
                </a:lnTo>
                <a:lnTo>
                  <a:pt x="3611453" y="3185894"/>
                </a:lnTo>
                <a:lnTo>
                  <a:pt x="3581732" y="3220822"/>
                </a:lnTo>
                <a:lnTo>
                  <a:pt x="3549322" y="3253232"/>
                </a:lnTo>
                <a:lnTo>
                  <a:pt x="3514394" y="3282953"/>
                </a:lnTo>
                <a:lnTo>
                  <a:pt x="3477117" y="3309816"/>
                </a:lnTo>
                <a:lnTo>
                  <a:pt x="3437663" y="3333649"/>
                </a:lnTo>
                <a:lnTo>
                  <a:pt x="3396201" y="3354283"/>
                </a:lnTo>
                <a:lnTo>
                  <a:pt x="3352902" y="3371547"/>
                </a:lnTo>
                <a:lnTo>
                  <a:pt x="3307936" y="3385271"/>
                </a:lnTo>
                <a:lnTo>
                  <a:pt x="3261473" y="3395284"/>
                </a:lnTo>
                <a:lnTo>
                  <a:pt x="3213684" y="3401417"/>
                </a:lnTo>
                <a:lnTo>
                  <a:pt x="3164738" y="34034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494300"/>
            <a:ext cx="3043124" cy="40417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937874" y="1165200"/>
            <a:ext cx="3690620" cy="3403600"/>
          </a:xfrm>
          <a:custGeom>
            <a:avLst/>
            <a:gdLst/>
            <a:ahLst/>
            <a:cxnLst/>
            <a:rect l="l" t="t" r="r" b="b"/>
            <a:pathLst>
              <a:path w="3690620" h="3403600">
                <a:moveTo>
                  <a:pt x="3122738" y="3403499"/>
                </a:moveTo>
                <a:lnTo>
                  <a:pt x="567261" y="3403499"/>
                </a:lnTo>
                <a:lnTo>
                  <a:pt x="518315" y="3401417"/>
                </a:lnTo>
                <a:lnTo>
                  <a:pt x="470526" y="3395284"/>
                </a:lnTo>
                <a:lnTo>
                  <a:pt x="424063" y="3385271"/>
                </a:lnTo>
                <a:lnTo>
                  <a:pt x="379097" y="3371547"/>
                </a:lnTo>
                <a:lnTo>
                  <a:pt x="335798" y="3354283"/>
                </a:lnTo>
                <a:lnTo>
                  <a:pt x="294336" y="3333649"/>
                </a:lnTo>
                <a:lnTo>
                  <a:pt x="254882" y="3309816"/>
                </a:lnTo>
                <a:lnTo>
                  <a:pt x="217605" y="3282953"/>
                </a:lnTo>
                <a:lnTo>
                  <a:pt x="182677" y="3253232"/>
                </a:lnTo>
                <a:lnTo>
                  <a:pt x="150267" y="3220822"/>
                </a:lnTo>
                <a:lnTo>
                  <a:pt x="120546" y="3185894"/>
                </a:lnTo>
                <a:lnTo>
                  <a:pt x="93683" y="3148617"/>
                </a:lnTo>
                <a:lnTo>
                  <a:pt x="69850" y="3109163"/>
                </a:lnTo>
                <a:lnTo>
                  <a:pt x="49216" y="3067701"/>
                </a:lnTo>
                <a:lnTo>
                  <a:pt x="31952" y="3024402"/>
                </a:lnTo>
                <a:lnTo>
                  <a:pt x="18228" y="2979436"/>
                </a:lnTo>
                <a:lnTo>
                  <a:pt x="8215" y="2932973"/>
                </a:lnTo>
                <a:lnTo>
                  <a:pt x="2082" y="2885184"/>
                </a:lnTo>
                <a:lnTo>
                  <a:pt x="0" y="2836238"/>
                </a:lnTo>
                <a:lnTo>
                  <a:pt x="0" y="567261"/>
                </a:lnTo>
                <a:lnTo>
                  <a:pt x="2082" y="518315"/>
                </a:lnTo>
                <a:lnTo>
                  <a:pt x="8215" y="470526"/>
                </a:lnTo>
                <a:lnTo>
                  <a:pt x="18228" y="424063"/>
                </a:lnTo>
                <a:lnTo>
                  <a:pt x="31952" y="379097"/>
                </a:lnTo>
                <a:lnTo>
                  <a:pt x="49216" y="335798"/>
                </a:lnTo>
                <a:lnTo>
                  <a:pt x="69850" y="294336"/>
                </a:lnTo>
                <a:lnTo>
                  <a:pt x="93683" y="254882"/>
                </a:lnTo>
                <a:lnTo>
                  <a:pt x="120546" y="217605"/>
                </a:lnTo>
                <a:lnTo>
                  <a:pt x="150267" y="182677"/>
                </a:lnTo>
                <a:lnTo>
                  <a:pt x="182677" y="150267"/>
                </a:lnTo>
                <a:lnTo>
                  <a:pt x="217605" y="120546"/>
                </a:lnTo>
                <a:lnTo>
                  <a:pt x="254882" y="93683"/>
                </a:lnTo>
                <a:lnTo>
                  <a:pt x="294336" y="69850"/>
                </a:lnTo>
                <a:lnTo>
                  <a:pt x="335798" y="49216"/>
                </a:lnTo>
                <a:lnTo>
                  <a:pt x="379097" y="31952"/>
                </a:lnTo>
                <a:lnTo>
                  <a:pt x="424063" y="18228"/>
                </a:lnTo>
                <a:lnTo>
                  <a:pt x="470526" y="8215"/>
                </a:lnTo>
                <a:lnTo>
                  <a:pt x="518315" y="2082"/>
                </a:lnTo>
                <a:lnTo>
                  <a:pt x="567261" y="0"/>
                </a:lnTo>
                <a:lnTo>
                  <a:pt x="3122738" y="0"/>
                </a:lnTo>
                <a:lnTo>
                  <a:pt x="3172615" y="2195"/>
                </a:lnTo>
                <a:lnTo>
                  <a:pt x="3221775" y="8709"/>
                </a:lnTo>
                <a:lnTo>
                  <a:pt x="3269956" y="19434"/>
                </a:lnTo>
                <a:lnTo>
                  <a:pt x="3316896" y="34261"/>
                </a:lnTo>
                <a:lnTo>
                  <a:pt x="3362335" y="53083"/>
                </a:lnTo>
                <a:lnTo>
                  <a:pt x="3406012" y="75790"/>
                </a:lnTo>
                <a:lnTo>
                  <a:pt x="3447664" y="102276"/>
                </a:lnTo>
                <a:lnTo>
                  <a:pt x="3487032" y="132430"/>
                </a:lnTo>
                <a:lnTo>
                  <a:pt x="3523852" y="166146"/>
                </a:lnTo>
                <a:lnTo>
                  <a:pt x="3557569" y="202967"/>
                </a:lnTo>
                <a:lnTo>
                  <a:pt x="3587723" y="242335"/>
                </a:lnTo>
                <a:lnTo>
                  <a:pt x="3614209" y="283987"/>
                </a:lnTo>
                <a:lnTo>
                  <a:pt x="3636916" y="327664"/>
                </a:lnTo>
                <a:lnTo>
                  <a:pt x="3655737" y="373103"/>
                </a:lnTo>
                <a:lnTo>
                  <a:pt x="3670565" y="420043"/>
                </a:lnTo>
                <a:lnTo>
                  <a:pt x="3681290" y="468224"/>
                </a:lnTo>
                <a:lnTo>
                  <a:pt x="3687804" y="517384"/>
                </a:lnTo>
                <a:lnTo>
                  <a:pt x="3689999" y="567261"/>
                </a:lnTo>
                <a:lnTo>
                  <a:pt x="3689999" y="2836238"/>
                </a:lnTo>
                <a:lnTo>
                  <a:pt x="3687917" y="2885184"/>
                </a:lnTo>
                <a:lnTo>
                  <a:pt x="3681784" y="2932973"/>
                </a:lnTo>
                <a:lnTo>
                  <a:pt x="3671771" y="2979436"/>
                </a:lnTo>
                <a:lnTo>
                  <a:pt x="3658047" y="3024402"/>
                </a:lnTo>
                <a:lnTo>
                  <a:pt x="3640783" y="3067701"/>
                </a:lnTo>
                <a:lnTo>
                  <a:pt x="3620149" y="3109163"/>
                </a:lnTo>
                <a:lnTo>
                  <a:pt x="3596316" y="3148617"/>
                </a:lnTo>
                <a:lnTo>
                  <a:pt x="3569453" y="3185894"/>
                </a:lnTo>
                <a:lnTo>
                  <a:pt x="3539732" y="3220822"/>
                </a:lnTo>
                <a:lnTo>
                  <a:pt x="3507322" y="3253232"/>
                </a:lnTo>
                <a:lnTo>
                  <a:pt x="3472393" y="3282953"/>
                </a:lnTo>
                <a:lnTo>
                  <a:pt x="3435117" y="3309816"/>
                </a:lnTo>
                <a:lnTo>
                  <a:pt x="3395663" y="3333649"/>
                </a:lnTo>
                <a:lnTo>
                  <a:pt x="3354201" y="3354283"/>
                </a:lnTo>
                <a:lnTo>
                  <a:pt x="3310902" y="3371547"/>
                </a:lnTo>
                <a:lnTo>
                  <a:pt x="3265935" y="3385271"/>
                </a:lnTo>
                <a:lnTo>
                  <a:pt x="3219473" y="3395284"/>
                </a:lnTo>
                <a:lnTo>
                  <a:pt x="3171683" y="3401417"/>
                </a:lnTo>
                <a:lnTo>
                  <a:pt x="3122738" y="34034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619681" y="1799362"/>
            <a:ext cx="16065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EXEMPLOS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RISCOS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0993" y="2036344"/>
            <a:ext cx="3026410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8615" marR="5080" indent="-336550">
              <a:lnSpc>
                <a:spcPct val="150000"/>
              </a:lnSpc>
              <a:spcBef>
                <a:spcPts val="100"/>
              </a:spcBef>
              <a:buChar char="●"/>
              <a:tabLst>
                <a:tab pos="348615" algn="l"/>
              </a:tabLst>
            </a:pPr>
            <a:r>
              <a:rPr dirty="0" sz="1400" spc="-10">
                <a:latin typeface="Arial"/>
                <a:cs typeface="Arial"/>
              </a:rPr>
              <a:t>Vazamento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dados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pessoais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de </a:t>
            </a:r>
            <a:r>
              <a:rPr dirty="0" sz="1400" spc="-10">
                <a:latin typeface="Arial"/>
                <a:cs typeface="Arial"/>
              </a:rPr>
              <a:t>clientes.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Char char="●"/>
              <a:tabLst>
                <a:tab pos="347980" algn="l"/>
              </a:tabLst>
            </a:pPr>
            <a:r>
              <a:rPr dirty="0" sz="1400">
                <a:latin typeface="Arial"/>
                <a:cs typeface="Arial"/>
              </a:rPr>
              <a:t>Invasão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sistemas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por</a:t>
            </a:r>
            <a:r>
              <a:rPr dirty="0" sz="1400" spc="-10">
                <a:latin typeface="Arial"/>
                <a:cs typeface="Arial"/>
              </a:rPr>
              <a:t> hackers.</a:t>
            </a:r>
            <a:endParaRPr sz="1400">
              <a:latin typeface="Arial"/>
              <a:cs typeface="Arial"/>
            </a:endParaRPr>
          </a:p>
          <a:p>
            <a:pPr marL="348615" marR="426720" indent="-336550">
              <a:lnSpc>
                <a:spcPct val="150000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"/>
                <a:cs typeface="Arial"/>
              </a:rPr>
              <a:t>Funcionário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que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compartilha </a:t>
            </a:r>
            <a:r>
              <a:rPr dirty="0" sz="1400">
                <a:latin typeface="Arial"/>
                <a:cs typeface="Arial"/>
              </a:rPr>
              <a:t>senha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WhatsApp.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82871" y="1739636"/>
            <a:ext cx="10001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COMO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EVITAR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93368" y="1976619"/>
            <a:ext cx="3298825" cy="1945639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Char char="●"/>
              <a:tabLst>
                <a:tab pos="347980" algn="l"/>
              </a:tabLst>
            </a:pPr>
            <a:r>
              <a:rPr dirty="0" sz="1400">
                <a:latin typeface="Arial"/>
                <a:cs typeface="Arial"/>
              </a:rPr>
              <a:t>Usar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senhas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fortes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únicas.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Char char="●"/>
              <a:tabLst>
                <a:tab pos="347980" algn="l"/>
              </a:tabLst>
            </a:pPr>
            <a:r>
              <a:rPr dirty="0" sz="1400">
                <a:latin typeface="Arial"/>
                <a:cs typeface="Arial"/>
              </a:rPr>
              <a:t>Ativar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autenticação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em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dois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fatores.</a:t>
            </a:r>
            <a:endParaRPr sz="1400">
              <a:latin typeface="Arial"/>
              <a:cs typeface="Arial"/>
            </a:endParaRPr>
          </a:p>
          <a:p>
            <a:pPr marL="348615" marR="5080" indent="-336550">
              <a:lnSpc>
                <a:spcPct val="150000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"/>
                <a:cs typeface="Arial"/>
              </a:rPr>
              <a:t>Treinar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colaboradores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sobre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phishing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engenharia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social.</a:t>
            </a:r>
            <a:endParaRPr sz="1400">
              <a:latin typeface="Arial"/>
              <a:cs typeface="Arial"/>
            </a:endParaRPr>
          </a:p>
          <a:p>
            <a:pPr marL="348615" marR="629920" indent="-336550">
              <a:lnSpc>
                <a:spcPct val="150000"/>
              </a:lnSpc>
              <a:buChar char="●"/>
              <a:tabLst>
                <a:tab pos="348615" algn="l"/>
              </a:tabLst>
            </a:pPr>
            <a:r>
              <a:rPr dirty="0" sz="1400">
                <a:latin typeface="Arial"/>
                <a:cs typeface="Arial"/>
              </a:rPr>
              <a:t>Atualizar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sistemas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antivírus regularmente.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66124" y="1369925"/>
            <a:ext cx="7818120" cy="2166620"/>
          </a:xfrm>
          <a:custGeom>
            <a:avLst/>
            <a:gdLst/>
            <a:ahLst/>
            <a:cxnLst/>
            <a:rect l="l" t="t" r="r" b="b"/>
            <a:pathLst>
              <a:path w="7818120" h="2166620">
                <a:moveTo>
                  <a:pt x="7456592" y="2166599"/>
                </a:moveTo>
                <a:lnTo>
                  <a:pt x="361107" y="2166599"/>
                </a:lnTo>
                <a:lnTo>
                  <a:pt x="312107" y="2163303"/>
                </a:lnTo>
                <a:lnTo>
                  <a:pt x="265110" y="2153700"/>
                </a:lnTo>
                <a:lnTo>
                  <a:pt x="220548" y="2138222"/>
                </a:lnTo>
                <a:lnTo>
                  <a:pt x="178849" y="2117298"/>
                </a:lnTo>
                <a:lnTo>
                  <a:pt x="140445" y="2091358"/>
                </a:lnTo>
                <a:lnTo>
                  <a:pt x="105765" y="2060834"/>
                </a:lnTo>
                <a:lnTo>
                  <a:pt x="75241" y="2026154"/>
                </a:lnTo>
                <a:lnTo>
                  <a:pt x="49301" y="1987750"/>
                </a:lnTo>
                <a:lnTo>
                  <a:pt x="28377" y="1946052"/>
                </a:lnTo>
                <a:lnTo>
                  <a:pt x="12899" y="1901489"/>
                </a:lnTo>
                <a:lnTo>
                  <a:pt x="3296" y="1854492"/>
                </a:lnTo>
                <a:lnTo>
                  <a:pt x="0" y="1805492"/>
                </a:lnTo>
                <a:lnTo>
                  <a:pt x="0" y="361107"/>
                </a:lnTo>
                <a:lnTo>
                  <a:pt x="3296" y="312107"/>
                </a:lnTo>
                <a:lnTo>
                  <a:pt x="12899" y="265110"/>
                </a:lnTo>
                <a:lnTo>
                  <a:pt x="28377" y="220548"/>
                </a:lnTo>
                <a:lnTo>
                  <a:pt x="49301" y="178849"/>
                </a:lnTo>
                <a:lnTo>
                  <a:pt x="75241" y="140445"/>
                </a:lnTo>
                <a:lnTo>
                  <a:pt x="105765" y="105765"/>
                </a:lnTo>
                <a:lnTo>
                  <a:pt x="140445" y="75241"/>
                </a:lnTo>
                <a:lnTo>
                  <a:pt x="178849" y="49301"/>
                </a:lnTo>
                <a:lnTo>
                  <a:pt x="220548" y="28377"/>
                </a:lnTo>
                <a:lnTo>
                  <a:pt x="265110" y="12899"/>
                </a:lnTo>
                <a:lnTo>
                  <a:pt x="312107" y="3296"/>
                </a:lnTo>
                <a:lnTo>
                  <a:pt x="361107" y="0"/>
                </a:lnTo>
                <a:lnTo>
                  <a:pt x="7456592" y="0"/>
                </a:lnTo>
                <a:lnTo>
                  <a:pt x="7504058" y="3131"/>
                </a:lnTo>
                <a:lnTo>
                  <a:pt x="7550308" y="12371"/>
                </a:lnTo>
                <a:lnTo>
                  <a:pt x="7594782" y="27487"/>
                </a:lnTo>
                <a:lnTo>
                  <a:pt x="7636918" y="48246"/>
                </a:lnTo>
                <a:lnTo>
                  <a:pt x="7676156" y="74417"/>
                </a:lnTo>
                <a:lnTo>
                  <a:pt x="7711934" y="105765"/>
                </a:lnTo>
                <a:lnTo>
                  <a:pt x="7743283" y="141543"/>
                </a:lnTo>
                <a:lnTo>
                  <a:pt x="7769453" y="180781"/>
                </a:lnTo>
                <a:lnTo>
                  <a:pt x="7790212" y="222917"/>
                </a:lnTo>
                <a:lnTo>
                  <a:pt x="7805328" y="267391"/>
                </a:lnTo>
                <a:lnTo>
                  <a:pt x="7814568" y="313641"/>
                </a:lnTo>
                <a:lnTo>
                  <a:pt x="7817699" y="361107"/>
                </a:lnTo>
                <a:lnTo>
                  <a:pt x="7817699" y="1805492"/>
                </a:lnTo>
                <a:lnTo>
                  <a:pt x="7814403" y="1854492"/>
                </a:lnTo>
                <a:lnTo>
                  <a:pt x="7804800" y="1901489"/>
                </a:lnTo>
                <a:lnTo>
                  <a:pt x="7789322" y="1946052"/>
                </a:lnTo>
                <a:lnTo>
                  <a:pt x="7768398" y="1987750"/>
                </a:lnTo>
                <a:lnTo>
                  <a:pt x="7742458" y="2026154"/>
                </a:lnTo>
                <a:lnTo>
                  <a:pt x="7711934" y="2060834"/>
                </a:lnTo>
                <a:lnTo>
                  <a:pt x="7677254" y="2091358"/>
                </a:lnTo>
                <a:lnTo>
                  <a:pt x="7638850" y="2117298"/>
                </a:lnTo>
                <a:lnTo>
                  <a:pt x="7597151" y="2138222"/>
                </a:lnTo>
                <a:lnTo>
                  <a:pt x="7552589" y="2153700"/>
                </a:lnTo>
                <a:lnTo>
                  <a:pt x="7505592" y="2163303"/>
                </a:lnTo>
                <a:lnTo>
                  <a:pt x="7456592" y="21665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3712" y="494300"/>
            <a:ext cx="3043124" cy="404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42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30"/>
              <a:t>PRINCIPAIS</a:t>
            </a:r>
            <a:r>
              <a:rPr dirty="0" sz="1700" spc="-40"/>
              <a:t> </a:t>
            </a:r>
            <a:r>
              <a:rPr dirty="0" sz="1700" spc="-10"/>
              <a:t>AMEAÇAS</a:t>
            </a:r>
            <a:endParaRPr sz="1700"/>
          </a:p>
        </p:txBody>
      </p:sp>
      <p:sp>
        <p:nvSpPr>
          <p:cNvPr id="5" name="object 5" descr=""/>
          <p:cNvSpPr txBox="1"/>
          <p:nvPr/>
        </p:nvSpPr>
        <p:spPr>
          <a:xfrm>
            <a:off x="1147055" y="2037583"/>
            <a:ext cx="4326890" cy="10312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760"/>
              </a:spcBef>
              <a:buFont typeface="Arial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Phishing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e-</a:t>
            </a:r>
            <a:r>
              <a:rPr dirty="0" sz="1100">
                <a:latin typeface="Arial"/>
                <a:cs typeface="Arial"/>
              </a:rPr>
              <a:t>mails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falsos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tentam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roubar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dados.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660"/>
              </a:spcBef>
              <a:buFont typeface="Arial"/>
              <a:buChar char="●"/>
              <a:tabLst>
                <a:tab pos="325120" algn="l"/>
              </a:tabLst>
            </a:pPr>
            <a:r>
              <a:rPr dirty="0" sz="1100" b="1">
                <a:latin typeface="Arial"/>
                <a:cs typeface="Arial"/>
              </a:rPr>
              <a:t>Malware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vírus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que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infectam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sistemas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roubam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informações.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660"/>
              </a:spcBef>
              <a:buFont typeface="Arial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Ransomware</a:t>
            </a:r>
            <a:r>
              <a:rPr dirty="0" sz="1100" spc="-10">
                <a:latin typeface="Arial"/>
                <a:cs typeface="Arial"/>
              </a:rPr>
              <a:t>: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sequestro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dados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com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pedido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de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resgate.</a:t>
            </a:r>
            <a:endParaRPr sz="1100">
              <a:latin typeface="Arial"/>
              <a:cs typeface="Arial"/>
            </a:endParaRPr>
          </a:p>
          <a:p>
            <a:pPr marL="325120" indent="-312420">
              <a:lnSpc>
                <a:spcPct val="100000"/>
              </a:lnSpc>
              <a:spcBef>
                <a:spcPts val="660"/>
              </a:spcBef>
              <a:buFont typeface="Arial"/>
              <a:buChar char="●"/>
              <a:tabLst>
                <a:tab pos="325120" algn="l"/>
              </a:tabLst>
            </a:pPr>
            <a:r>
              <a:rPr dirty="0" sz="1100" spc="-10" b="1">
                <a:latin typeface="Arial"/>
                <a:cs typeface="Arial"/>
              </a:rPr>
              <a:t>Engenharia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social</a:t>
            </a:r>
            <a:r>
              <a:rPr dirty="0" sz="1100">
                <a:latin typeface="Arial"/>
                <a:cs typeface="Arial"/>
              </a:rPr>
              <a:t>:</a:t>
            </a:r>
            <a:r>
              <a:rPr dirty="0" sz="1100" spc="-10">
                <a:latin typeface="Arial"/>
                <a:cs typeface="Arial"/>
              </a:rPr>
              <a:t> manipulação psicológica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para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obter</a:t>
            </a:r>
            <a:r>
              <a:rPr dirty="0" sz="1100" spc="-10">
                <a:latin typeface="Arial"/>
                <a:cs typeface="Arial"/>
              </a:rPr>
              <a:t> acesso.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93466" y="494300"/>
            <a:ext cx="3432116" cy="4649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9144000" cy="5143500"/>
            </a:xfrm>
            <a:custGeom>
              <a:avLst/>
              <a:gdLst/>
              <a:ahLst/>
              <a:cxnLst/>
              <a:rect l="l" t="t" r="r" b="b"/>
              <a:pathLst>
                <a:path w="9144000" h="5143500">
                  <a:moveTo>
                    <a:pt x="9143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5143499"/>
                  </a:lnTo>
                  <a:close/>
                </a:path>
              </a:pathLst>
            </a:custGeom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5274" y="226900"/>
              <a:ext cx="8760460" cy="4768215"/>
            </a:xfrm>
            <a:custGeom>
              <a:avLst/>
              <a:gdLst/>
              <a:ahLst/>
              <a:cxnLst/>
              <a:rect l="l" t="t" r="r" b="b"/>
              <a:pathLst>
                <a:path w="8760460" h="4768215">
                  <a:moveTo>
                    <a:pt x="7965284" y="4768199"/>
                  </a:moveTo>
                  <a:lnTo>
                    <a:pt x="794715" y="4768199"/>
                  </a:lnTo>
                  <a:lnTo>
                    <a:pt x="746304" y="4766749"/>
                  </a:lnTo>
                  <a:lnTo>
                    <a:pt x="698659" y="4762453"/>
                  </a:lnTo>
                  <a:lnTo>
                    <a:pt x="651864" y="4755396"/>
                  </a:lnTo>
                  <a:lnTo>
                    <a:pt x="606003" y="4745659"/>
                  </a:lnTo>
                  <a:lnTo>
                    <a:pt x="561158" y="4733326"/>
                  </a:lnTo>
                  <a:lnTo>
                    <a:pt x="517413" y="4718480"/>
                  </a:lnTo>
                  <a:lnTo>
                    <a:pt x="474851" y="4701205"/>
                  </a:lnTo>
                  <a:lnTo>
                    <a:pt x="433555" y="4681583"/>
                  </a:lnTo>
                  <a:lnTo>
                    <a:pt x="393607" y="4659698"/>
                  </a:lnTo>
                  <a:lnTo>
                    <a:pt x="355092" y="4635632"/>
                  </a:lnTo>
                  <a:lnTo>
                    <a:pt x="318092" y="4609469"/>
                  </a:lnTo>
                  <a:lnTo>
                    <a:pt x="282690" y="4581292"/>
                  </a:lnTo>
                  <a:lnTo>
                    <a:pt x="248970" y="4551185"/>
                  </a:lnTo>
                  <a:lnTo>
                    <a:pt x="217014" y="4519229"/>
                  </a:lnTo>
                  <a:lnTo>
                    <a:pt x="186907" y="4485509"/>
                  </a:lnTo>
                  <a:lnTo>
                    <a:pt x="158730" y="4450107"/>
                  </a:lnTo>
                  <a:lnTo>
                    <a:pt x="132567" y="4413107"/>
                  </a:lnTo>
                  <a:lnTo>
                    <a:pt x="108502" y="4374592"/>
                  </a:lnTo>
                  <a:lnTo>
                    <a:pt x="86616" y="4334645"/>
                  </a:lnTo>
                  <a:lnTo>
                    <a:pt x="66994" y="4293348"/>
                  </a:lnTo>
                  <a:lnTo>
                    <a:pt x="49719" y="4250786"/>
                  </a:lnTo>
                  <a:lnTo>
                    <a:pt x="34873" y="4207041"/>
                  </a:lnTo>
                  <a:lnTo>
                    <a:pt x="22540" y="4162196"/>
                  </a:lnTo>
                  <a:lnTo>
                    <a:pt x="12803" y="4116335"/>
                  </a:lnTo>
                  <a:lnTo>
                    <a:pt x="5746" y="4069540"/>
                  </a:lnTo>
                  <a:lnTo>
                    <a:pt x="1450" y="4021895"/>
                  </a:lnTo>
                  <a:lnTo>
                    <a:pt x="0" y="3973483"/>
                  </a:lnTo>
                  <a:lnTo>
                    <a:pt x="0" y="794715"/>
                  </a:lnTo>
                  <a:lnTo>
                    <a:pt x="1450" y="746304"/>
                  </a:lnTo>
                  <a:lnTo>
                    <a:pt x="5746" y="698659"/>
                  </a:lnTo>
                  <a:lnTo>
                    <a:pt x="12803" y="651864"/>
                  </a:lnTo>
                  <a:lnTo>
                    <a:pt x="22540" y="606003"/>
                  </a:lnTo>
                  <a:lnTo>
                    <a:pt x="34873" y="561158"/>
                  </a:lnTo>
                  <a:lnTo>
                    <a:pt x="49719" y="517413"/>
                  </a:lnTo>
                  <a:lnTo>
                    <a:pt x="66994" y="474851"/>
                  </a:lnTo>
                  <a:lnTo>
                    <a:pt x="86616" y="433555"/>
                  </a:lnTo>
                  <a:lnTo>
                    <a:pt x="108502" y="393607"/>
                  </a:lnTo>
                  <a:lnTo>
                    <a:pt x="132567" y="355092"/>
                  </a:lnTo>
                  <a:lnTo>
                    <a:pt x="158730" y="318092"/>
                  </a:lnTo>
                  <a:lnTo>
                    <a:pt x="186907" y="282690"/>
                  </a:lnTo>
                  <a:lnTo>
                    <a:pt x="217014" y="248970"/>
                  </a:lnTo>
                  <a:lnTo>
                    <a:pt x="248970" y="217014"/>
                  </a:lnTo>
                  <a:lnTo>
                    <a:pt x="282690" y="186907"/>
                  </a:lnTo>
                  <a:lnTo>
                    <a:pt x="318092" y="158730"/>
                  </a:lnTo>
                  <a:lnTo>
                    <a:pt x="355092" y="132567"/>
                  </a:lnTo>
                  <a:lnTo>
                    <a:pt x="393607" y="108502"/>
                  </a:lnTo>
                  <a:lnTo>
                    <a:pt x="433555" y="86616"/>
                  </a:lnTo>
                  <a:lnTo>
                    <a:pt x="474851" y="66994"/>
                  </a:lnTo>
                  <a:lnTo>
                    <a:pt x="517413" y="49719"/>
                  </a:lnTo>
                  <a:lnTo>
                    <a:pt x="561158" y="34873"/>
                  </a:lnTo>
                  <a:lnTo>
                    <a:pt x="606003" y="22540"/>
                  </a:lnTo>
                  <a:lnTo>
                    <a:pt x="651864" y="12803"/>
                  </a:lnTo>
                  <a:lnTo>
                    <a:pt x="698659" y="5746"/>
                  </a:lnTo>
                  <a:lnTo>
                    <a:pt x="746304" y="1450"/>
                  </a:lnTo>
                  <a:lnTo>
                    <a:pt x="794715" y="0"/>
                  </a:lnTo>
                  <a:lnTo>
                    <a:pt x="7965284" y="0"/>
                  </a:lnTo>
                  <a:lnTo>
                    <a:pt x="8013750" y="1477"/>
                  </a:lnTo>
                  <a:lnTo>
                    <a:pt x="8061788" y="5878"/>
                  </a:lnTo>
                  <a:lnTo>
                    <a:pt x="8109277" y="13150"/>
                  </a:lnTo>
                  <a:lnTo>
                    <a:pt x="8156095" y="23244"/>
                  </a:lnTo>
                  <a:lnTo>
                    <a:pt x="8202121" y="36109"/>
                  </a:lnTo>
                  <a:lnTo>
                    <a:pt x="8247233" y="51696"/>
                  </a:lnTo>
                  <a:lnTo>
                    <a:pt x="8291310" y="69953"/>
                  </a:lnTo>
                  <a:lnTo>
                    <a:pt x="8334230" y="90831"/>
                  </a:lnTo>
                  <a:lnTo>
                    <a:pt x="8375872" y="114279"/>
                  </a:lnTo>
                  <a:lnTo>
                    <a:pt x="8416115" y="140247"/>
                  </a:lnTo>
                  <a:lnTo>
                    <a:pt x="8454837" y="168684"/>
                  </a:lnTo>
                  <a:lnTo>
                    <a:pt x="8491916" y="199541"/>
                  </a:lnTo>
                  <a:lnTo>
                    <a:pt x="8527232" y="232766"/>
                  </a:lnTo>
                  <a:lnTo>
                    <a:pt x="8560458" y="268082"/>
                  </a:lnTo>
                  <a:lnTo>
                    <a:pt x="8591315" y="305162"/>
                  </a:lnTo>
                  <a:lnTo>
                    <a:pt x="8619752" y="343884"/>
                  </a:lnTo>
                  <a:lnTo>
                    <a:pt x="8645720" y="384127"/>
                  </a:lnTo>
                  <a:lnTo>
                    <a:pt x="8669168" y="425769"/>
                  </a:lnTo>
                  <a:lnTo>
                    <a:pt x="8690046" y="468689"/>
                  </a:lnTo>
                  <a:lnTo>
                    <a:pt x="8708303" y="512766"/>
                  </a:lnTo>
                  <a:lnTo>
                    <a:pt x="8723890" y="557878"/>
                  </a:lnTo>
                  <a:lnTo>
                    <a:pt x="8736755" y="603904"/>
                  </a:lnTo>
                  <a:lnTo>
                    <a:pt x="8746849" y="650722"/>
                  </a:lnTo>
                  <a:lnTo>
                    <a:pt x="8754121" y="698211"/>
                  </a:lnTo>
                  <a:lnTo>
                    <a:pt x="8758522" y="746249"/>
                  </a:lnTo>
                  <a:lnTo>
                    <a:pt x="8759999" y="794715"/>
                  </a:lnTo>
                  <a:lnTo>
                    <a:pt x="8759999" y="3973483"/>
                  </a:lnTo>
                  <a:lnTo>
                    <a:pt x="8758549" y="4021895"/>
                  </a:lnTo>
                  <a:lnTo>
                    <a:pt x="8754253" y="4069540"/>
                  </a:lnTo>
                  <a:lnTo>
                    <a:pt x="8747196" y="4116335"/>
                  </a:lnTo>
                  <a:lnTo>
                    <a:pt x="8737459" y="4162196"/>
                  </a:lnTo>
                  <a:lnTo>
                    <a:pt x="8725126" y="4207041"/>
                  </a:lnTo>
                  <a:lnTo>
                    <a:pt x="8710280" y="4250786"/>
                  </a:lnTo>
                  <a:lnTo>
                    <a:pt x="8693005" y="4293348"/>
                  </a:lnTo>
                  <a:lnTo>
                    <a:pt x="8673383" y="4334645"/>
                  </a:lnTo>
                  <a:lnTo>
                    <a:pt x="8651498" y="4374592"/>
                  </a:lnTo>
                  <a:lnTo>
                    <a:pt x="8627432" y="4413107"/>
                  </a:lnTo>
                  <a:lnTo>
                    <a:pt x="8601269" y="4450107"/>
                  </a:lnTo>
                  <a:lnTo>
                    <a:pt x="8573092" y="4485509"/>
                  </a:lnTo>
                  <a:lnTo>
                    <a:pt x="8542985" y="4519229"/>
                  </a:lnTo>
                  <a:lnTo>
                    <a:pt x="8511029" y="4551185"/>
                  </a:lnTo>
                  <a:lnTo>
                    <a:pt x="8477309" y="4581292"/>
                  </a:lnTo>
                  <a:lnTo>
                    <a:pt x="8441907" y="4609469"/>
                  </a:lnTo>
                  <a:lnTo>
                    <a:pt x="8404907" y="4635632"/>
                  </a:lnTo>
                  <a:lnTo>
                    <a:pt x="8366392" y="4659698"/>
                  </a:lnTo>
                  <a:lnTo>
                    <a:pt x="8326445" y="4681583"/>
                  </a:lnTo>
                  <a:lnTo>
                    <a:pt x="8285148" y="4701205"/>
                  </a:lnTo>
                  <a:lnTo>
                    <a:pt x="8242586" y="4718480"/>
                  </a:lnTo>
                  <a:lnTo>
                    <a:pt x="8198841" y="4733326"/>
                  </a:lnTo>
                  <a:lnTo>
                    <a:pt x="8153996" y="4745659"/>
                  </a:lnTo>
                  <a:lnTo>
                    <a:pt x="8108135" y="4755396"/>
                  </a:lnTo>
                  <a:lnTo>
                    <a:pt x="8061341" y="4762453"/>
                  </a:lnTo>
                  <a:lnTo>
                    <a:pt x="8013696" y="4766749"/>
                  </a:lnTo>
                  <a:lnTo>
                    <a:pt x="7965284" y="4768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000" rIns="0" bIns="0" rtlCol="0" vert="horz">
            <a:spAutoFit/>
          </a:bodyPr>
          <a:lstStyle/>
          <a:p>
            <a:pPr marL="2279015">
              <a:lnSpc>
                <a:spcPct val="100000"/>
              </a:lnSpc>
              <a:spcBef>
                <a:spcPts val="100"/>
              </a:spcBef>
            </a:pPr>
            <a:r>
              <a:rPr dirty="0"/>
              <a:t>Gestão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10"/>
              <a:t>Risco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96424" y="2188774"/>
            <a:ext cx="4154170" cy="2217420"/>
          </a:xfrm>
          <a:custGeom>
            <a:avLst/>
            <a:gdLst/>
            <a:ahLst/>
            <a:cxnLst/>
            <a:rect l="l" t="t" r="r" b="b"/>
            <a:pathLst>
              <a:path w="4154170" h="2217420">
                <a:moveTo>
                  <a:pt x="3784542" y="2217299"/>
                </a:moveTo>
                <a:lnTo>
                  <a:pt x="369557" y="2217299"/>
                </a:lnTo>
                <a:lnTo>
                  <a:pt x="323200" y="2214420"/>
                </a:lnTo>
                <a:lnTo>
                  <a:pt x="278562" y="2206013"/>
                </a:lnTo>
                <a:lnTo>
                  <a:pt x="235989" y="2192424"/>
                </a:lnTo>
                <a:lnTo>
                  <a:pt x="195826" y="2174000"/>
                </a:lnTo>
                <a:lnTo>
                  <a:pt x="158421" y="2151087"/>
                </a:lnTo>
                <a:lnTo>
                  <a:pt x="124119" y="2124032"/>
                </a:lnTo>
                <a:lnTo>
                  <a:pt x="93267" y="2093180"/>
                </a:lnTo>
                <a:lnTo>
                  <a:pt x="66212" y="2058878"/>
                </a:lnTo>
                <a:lnTo>
                  <a:pt x="43299" y="2021473"/>
                </a:lnTo>
                <a:lnTo>
                  <a:pt x="24875" y="1981310"/>
                </a:lnTo>
                <a:lnTo>
                  <a:pt x="11286" y="1938737"/>
                </a:lnTo>
                <a:lnTo>
                  <a:pt x="2879" y="1894098"/>
                </a:lnTo>
                <a:lnTo>
                  <a:pt x="0" y="1847742"/>
                </a:lnTo>
                <a:lnTo>
                  <a:pt x="0" y="369557"/>
                </a:lnTo>
                <a:lnTo>
                  <a:pt x="2879" y="323200"/>
                </a:lnTo>
                <a:lnTo>
                  <a:pt x="11286" y="278562"/>
                </a:lnTo>
                <a:lnTo>
                  <a:pt x="24875" y="235989"/>
                </a:lnTo>
                <a:lnTo>
                  <a:pt x="43299" y="195826"/>
                </a:lnTo>
                <a:lnTo>
                  <a:pt x="66212" y="158421"/>
                </a:lnTo>
                <a:lnTo>
                  <a:pt x="93267" y="124119"/>
                </a:lnTo>
                <a:lnTo>
                  <a:pt x="124119" y="93267"/>
                </a:lnTo>
                <a:lnTo>
                  <a:pt x="158421" y="66212"/>
                </a:lnTo>
                <a:lnTo>
                  <a:pt x="195826" y="43299"/>
                </a:lnTo>
                <a:lnTo>
                  <a:pt x="235989" y="24875"/>
                </a:lnTo>
                <a:lnTo>
                  <a:pt x="278562" y="11286"/>
                </a:lnTo>
                <a:lnTo>
                  <a:pt x="323200" y="2879"/>
                </a:lnTo>
                <a:lnTo>
                  <a:pt x="369557" y="0"/>
                </a:lnTo>
                <a:lnTo>
                  <a:pt x="3784542" y="0"/>
                </a:lnTo>
                <a:lnTo>
                  <a:pt x="3833118" y="3204"/>
                </a:lnTo>
                <a:lnTo>
                  <a:pt x="3880451" y="12661"/>
                </a:lnTo>
                <a:lnTo>
                  <a:pt x="3925966" y="28130"/>
                </a:lnTo>
                <a:lnTo>
                  <a:pt x="3969088" y="49375"/>
                </a:lnTo>
                <a:lnTo>
                  <a:pt x="4009244" y="76158"/>
                </a:lnTo>
                <a:lnTo>
                  <a:pt x="4045858" y="108240"/>
                </a:lnTo>
                <a:lnTo>
                  <a:pt x="4077941" y="144855"/>
                </a:lnTo>
                <a:lnTo>
                  <a:pt x="4104723" y="185011"/>
                </a:lnTo>
                <a:lnTo>
                  <a:pt x="4125969" y="228133"/>
                </a:lnTo>
                <a:lnTo>
                  <a:pt x="4141438" y="273648"/>
                </a:lnTo>
                <a:lnTo>
                  <a:pt x="4150894" y="320981"/>
                </a:lnTo>
                <a:lnTo>
                  <a:pt x="4154099" y="369557"/>
                </a:lnTo>
                <a:lnTo>
                  <a:pt x="4154099" y="1847742"/>
                </a:lnTo>
                <a:lnTo>
                  <a:pt x="4151220" y="1894098"/>
                </a:lnTo>
                <a:lnTo>
                  <a:pt x="4142813" y="1938737"/>
                </a:lnTo>
                <a:lnTo>
                  <a:pt x="4129224" y="1981310"/>
                </a:lnTo>
                <a:lnTo>
                  <a:pt x="4110800" y="2021473"/>
                </a:lnTo>
                <a:lnTo>
                  <a:pt x="4087887" y="2058878"/>
                </a:lnTo>
                <a:lnTo>
                  <a:pt x="4060832" y="2093180"/>
                </a:lnTo>
                <a:lnTo>
                  <a:pt x="4029980" y="2124032"/>
                </a:lnTo>
                <a:lnTo>
                  <a:pt x="3995678" y="2151087"/>
                </a:lnTo>
                <a:lnTo>
                  <a:pt x="3958273" y="2174000"/>
                </a:lnTo>
                <a:lnTo>
                  <a:pt x="3918110" y="2192424"/>
                </a:lnTo>
                <a:lnTo>
                  <a:pt x="3875537" y="2206013"/>
                </a:lnTo>
                <a:lnTo>
                  <a:pt x="3830898" y="2214420"/>
                </a:lnTo>
                <a:lnTo>
                  <a:pt x="3784542" y="22172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366963" y="2721246"/>
            <a:ext cx="316738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4999"/>
              </a:lnSpc>
              <a:spcBef>
                <a:spcPts val="100"/>
              </a:spcBef>
            </a:pPr>
            <a:r>
              <a:rPr dirty="0" sz="1400">
                <a:latin typeface="Arial"/>
                <a:cs typeface="Arial"/>
              </a:rPr>
              <a:t>Processo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identificar,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analisar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tratar </a:t>
            </a:r>
            <a:r>
              <a:rPr dirty="0" sz="1400">
                <a:latin typeface="Arial"/>
                <a:cs typeface="Arial"/>
              </a:rPr>
              <a:t>riscos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que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podem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afetar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objetivos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da </a:t>
            </a:r>
            <a:r>
              <a:rPr dirty="0" sz="1400" spc="-10">
                <a:latin typeface="Arial"/>
                <a:cs typeface="Arial"/>
              </a:rPr>
              <a:t>organização.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965137" y="647825"/>
            <a:ext cx="5636895" cy="4495800"/>
            <a:chOff x="2965137" y="647825"/>
            <a:chExt cx="5636895" cy="449580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5137" y="647825"/>
              <a:ext cx="3043124" cy="4041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1070" y="764350"/>
              <a:ext cx="2890959" cy="4379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1025" y="628799"/>
            <a:ext cx="7888605" cy="4514850"/>
            <a:chOff x="631025" y="628799"/>
            <a:chExt cx="7888605" cy="4514850"/>
          </a:xfrm>
        </p:grpSpPr>
        <p:sp>
          <p:nvSpPr>
            <p:cNvPr id="3" name="object 3" descr=""/>
            <p:cNvSpPr/>
            <p:nvPr/>
          </p:nvSpPr>
          <p:spPr>
            <a:xfrm>
              <a:off x="631025" y="628799"/>
              <a:ext cx="7888605" cy="1560195"/>
            </a:xfrm>
            <a:custGeom>
              <a:avLst/>
              <a:gdLst/>
              <a:ahLst/>
              <a:cxnLst/>
              <a:rect l="l" t="t" r="r" b="b"/>
              <a:pathLst>
                <a:path w="7888605" h="1560195">
                  <a:moveTo>
                    <a:pt x="7628494" y="1559999"/>
                  </a:moveTo>
                  <a:lnTo>
                    <a:pt x="260005" y="1559999"/>
                  </a:lnTo>
                  <a:lnTo>
                    <a:pt x="213268" y="1555810"/>
                  </a:lnTo>
                  <a:lnTo>
                    <a:pt x="169280" y="1543733"/>
                  </a:lnTo>
                  <a:lnTo>
                    <a:pt x="128775" y="1524501"/>
                  </a:lnTo>
                  <a:lnTo>
                    <a:pt x="92487" y="1498850"/>
                  </a:lnTo>
                  <a:lnTo>
                    <a:pt x="61149" y="1467512"/>
                  </a:lnTo>
                  <a:lnTo>
                    <a:pt x="35498" y="1431224"/>
                  </a:lnTo>
                  <a:lnTo>
                    <a:pt x="16266" y="1390719"/>
                  </a:lnTo>
                  <a:lnTo>
                    <a:pt x="4189" y="1346731"/>
                  </a:lnTo>
                  <a:lnTo>
                    <a:pt x="0" y="1299994"/>
                  </a:lnTo>
                  <a:lnTo>
                    <a:pt x="0" y="260005"/>
                  </a:lnTo>
                  <a:lnTo>
                    <a:pt x="4189" y="213268"/>
                  </a:lnTo>
                  <a:lnTo>
                    <a:pt x="16266" y="169280"/>
                  </a:lnTo>
                  <a:lnTo>
                    <a:pt x="35498" y="128775"/>
                  </a:lnTo>
                  <a:lnTo>
                    <a:pt x="61149" y="92487"/>
                  </a:lnTo>
                  <a:lnTo>
                    <a:pt x="92487" y="61149"/>
                  </a:lnTo>
                  <a:lnTo>
                    <a:pt x="128775" y="35498"/>
                  </a:lnTo>
                  <a:lnTo>
                    <a:pt x="169280" y="16266"/>
                  </a:lnTo>
                  <a:lnTo>
                    <a:pt x="213268" y="4189"/>
                  </a:lnTo>
                  <a:lnTo>
                    <a:pt x="260005" y="0"/>
                  </a:lnTo>
                  <a:lnTo>
                    <a:pt x="7628494" y="0"/>
                  </a:lnTo>
                  <a:lnTo>
                    <a:pt x="7679456" y="5042"/>
                  </a:lnTo>
                  <a:lnTo>
                    <a:pt x="7727994" y="19791"/>
                  </a:lnTo>
                  <a:lnTo>
                    <a:pt x="7772745" y="43683"/>
                  </a:lnTo>
                  <a:lnTo>
                    <a:pt x="7812345" y="76153"/>
                  </a:lnTo>
                  <a:lnTo>
                    <a:pt x="7844816" y="115754"/>
                  </a:lnTo>
                  <a:lnTo>
                    <a:pt x="7868708" y="160505"/>
                  </a:lnTo>
                  <a:lnTo>
                    <a:pt x="7883457" y="209043"/>
                  </a:lnTo>
                  <a:lnTo>
                    <a:pt x="7888499" y="260005"/>
                  </a:lnTo>
                  <a:lnTo>
                    <a:pt x="7888499" y="1299994"/>
                  </a:lnTo>
                  <a:lnTo>
                    <a:pt x="7884310" y="1346731"/>
                  </a:lnTo>
                  <a:lnTo>
                    <a:pt x="7872233" y="1390719"/>
                  </a:lnTo>
                  <a:lnTo>
                    <a:pt x="7853001" y="1431224"/>
                  </a:lnTo>
                  <a:lnTo>
                    <a:pt x="7827349" y="1467512"/>
                  </a:lnTo>
                  <a:lnTo>
                    <a:pt x="7796012" y="1498850"/>
                  </a:lnTo>
                  <a:lnTo>
                    <a:pt x="7759724" y="1524501"/>
                  </a:lnTo>
                  <a:lnTo>
                    <a:pt x="7719218" y="1543733"/>
                  </a:lnTo>
                  <a:lnTo>
                    <a:pt x="7675230" y="1555810"/>
                  </a:lnTo>
                  <a:lnTo>
                    <a:pt x="7628494" y="1559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1475" y="1022450"/>
              <a:ext cx="3428999" cy="4121049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165833" y="852187"/>
            <a:ext cx="4224020" cy="10236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3015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EXEMPLOS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RISCOS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Falha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em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backup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que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causa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perda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dados.</a:t>
            </a:r>
            <a:endParaRPr sz="13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spcBef>
                <a:spcPts val="234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Ataque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ransomware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que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paralisa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operações.</a:t>
            </a:r>
            <a:endParaRPr sz="13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spcBef>
                <a:spcPts val="229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Falta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plano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contingência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em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caso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desastre.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65833" y="2814037"/>
            <a:ext cx="3725545" cy="1479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113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Arial"/>
                <a:cs typeface="Arial"/>
              </a:rPr>
              <a:t>COMO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EVITAR</a:t>
            </a:r>
            <a:endParaRPr sz="1100">
              <a:latin typeface="Arial"/>
              <a:cs typeface="Arial"/>
            </a:endParaRPr>
          </a:p>
          <a:p>
            <a:pPr marL="340360" marR="433705" indent="-328295">
              <a:lnSpc>
                <a:spcPct val="114999"/>
              </a:lnSpc>
              <a:spcBef>
                <a:spcPts val="1155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Mapear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ativos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críticos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(dados,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sistemas, pessoas).</a:t>
            </a:r>
            <a:endParaRPr sz="13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spcBef>
                <a:spcPts val="234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Avaliar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impacto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probabilidade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cada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risco.</a:t>
            </a:r>
            <a:endParaRPr sz="13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spcBef>
                <a:spcPts val="229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Criar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planos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de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resposta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recuperação.</a:t>
            </a:r>
            <a:endParaRPr sz="1300">
              <a:latin typeface="Arial"/>
              <a:cs typeface="Arial"/>
            </a:endParaRPr>
          </a:p>
          <a:p>
            <a:pPr marL="340360" indent="-327660">
              <a:lnSpc>
                <a:spcPct val="100000"/>
              </a:lnSpc>
              <a:spcBef>
                <a:spcPts val="235"/>
              </a:spcBef>
              <a:buChar char="●"/>
              <a:tabLst>
                <a:tab pos="340360" algn="l"/>
              </a:tabLst>
            </a:pPr>
            <a:r>
              <a:rPr dirty="0" sz="1300">
                <a:latin typeface="Arial"/>
                <a:cs typeface="Arial"/>
              </a:rPr>
              <a:t>Monitorar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continuamente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revisar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políticas.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16824" y="544649"/>
            <a:ext cx="4896485" cy="1395730"/>
          </a:xfrm>
          <a:custGeom>
            <a:avLst/>
            <a:gdLst/>
            <a:ahLst/>
            <a:cxnLst/>
            <a:rect l="l" t="t" r="r" b="b"/>
            <a:pathLst>
              <a:path w="4896485" h="1395730">
                <a:moveTo>
                  <a:pt x="4663745" y="1395299"/>
                </a:moveTo>
                <a:lnTo>
                  <a:pt x="232554" y="1395299"/>
                </a:lnTo>
                <a:lnTo>
                  <a:pt x="185686" y="1390575"/>
                </a:lnTo>
                <a:lnTo>
                  <a:pt x="142033" y="1377024"/>
                </a:lnTo>
                <a:lnTo>
                  <a:pt x="102531" y="1355583"/>
                </a:lnTo>
                <a:lnTo>
                  <a:pt x="68113" y="1327186"/>
                </a:lnTo>
                <a:lnTo>
                  <a:pt x="39716" y="1292768"/>
                </a:lnTo>
                <a:lnTo>
                  <a:pt x="18275" y="1253266"/>
                </a:lnTo>
                <a:lnTo>
                  <a:pt x="4724" y="1209613"/>
                </a:lnTo>
                <a:lnTo>
                  <a:pt x="0" y="1162745"/>
                </a:lnTo>
                <a:lnTo>
                  <a:pt x="0" y="232554"/>
                </a:lnTo>
                <a:lnTo>
                  <a:pt x="4724" y="185686"/>
                </a:lnTo>
                <a:lnTo>
                  <a:pt x="18275" y="142033"/>
                </a:lnTo>
                <a:lnTo>
                  <a:pt x="39716" y="102531"/>
                </a:lnTo>
                <a:lnTo>
                  <a:pt x="68113" y="68113"/>
                </a:lnTo>
                <a:lnTo>
                  <a:pt x="102531" y="39716"/>
                </a:lnTo>
                <a:lnTo>
                  <a:pt x="142033" y="18275"/>
                </a:lnTo>
                <a:lnTo>
                  <a:pt x="185686" y="4724"/>
                </a:lnTo>
                <a:lnTo>
                  <a:pt x="232554" y="0"/>
                </a:lnTo>
                <a:lnTo>
                  <a:pt x="4663745" y="0"/>
                </a:lnTo>
                <a:lnTo>
                  <a:pt x="4709326" y="4509"/>
                </a:lnTo>
                <a:lnTo>
                  <a:pt x="4752740" y="17702"/>
                </a:lnTo>
                <a:lnTo>
                  <a:pt x="4792766" y="39071"/>
                </a:lnTo>
                <a:lnTo>
                  <a:pt x="4828186" y="68113"/>
                </a:lnTo>
                <a:lnTo>
                  <a:pt x="4857228" y="103533"/>
                </a:lnTo>
                <a:lnTo>
                  <a:pt x="4878597" y="143559"/>
                </a:lnTo>
                <a:lnTo>
                  <a:pt x="4891790" y="186973"/>
                </a:lnTo>
                <a:lnTo>
                  <a:pt x="4896299" y="232554"/>
                </a:lnTo>
                <a:lnTo>
                  <a:pt x="4896299" y="1162745"/>
                </a:lnTo>
                <a:lnTo>
                  <a:pt x="4891575" y="1209613"/>
                </a:lnTo>
                <a:lnTo>
                  <a:pt x="4878024" y="1253266"/>
                </a:lnTo>
                <a:lnTo>
                  <a:pt x="4856583" y="1292768"/>
                </a:lnTo>
                <a:lnTo>
                  <a:pt x="4828186" y="1327186"/>
                </a:lnTo>
                <a:lnTo>
                  <a:pt x="4793768" y="1355583"/>
                </a:lnTo>
                <a:lnTo>
                  <a:pt x="4754266" y="1377024"/>
                </a:lnTo>
                <a:lnTo>
                  <a:pt x="4710613" y="1390575"/>
                </a:lnTo>
                <a:lnTo>
                  <a:pt x="4663745" y="1395299"/>
                </a:lnTo>
                <a:close/>
              </a:path>
            </a:pathLst>
          </a:custGeom>
          <a:solidFill>
            <a:srgbClr val="FCE4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7553" y="791938"/>
            <a:ext cx="2774315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/>
              <a:t>POLÍTICA</a:t>
            </a:r>
            <a:r>
              <a:rPr dirty="0" sz="1700" spc="-95"/>
              <a:t> </a:t>
            </a:r>
            <a:r>
              <a:rPr dirty="0" sz="1700"/>
              <a:t>DE</a:t>
            </a:r>
            <a:r>
              <a:rPr dirty="0" sz="1700" spc="-35"/>
              <a:t> </a:t>
            </a:r>
            <a:r>
              <a:rPr dirty="0" sz="1700" spc="-10"/>
              <a:t>MESA</a:t>
            </a:r>
            <a:r>
              <a:rPr dirty="0" sz="1700" spc="-95"/>
              <a:t> </a:t>
            </a:r>
            <a:r>
              <a:rPr dirty="0" sz="1700" spc="-20"/>
              <a:t>LIMPA</a:t>
            </a:r>
            <a:endParaRPr sz="1700"/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1790" marR="5080" indent="-175260">
              <a:lnSpc>
                <a:spcPct val="100000"/>
              </a:lnSpc>
              <a:spcBef>
                <a:spcPts val="100"/>
              </a:spcBef>
            </a:pPr>
            <a:r>
              <a:rPr dirty="0"/>
              <a:t>Prática</a:t>
            </a:r>
            <a:r>
              <a:rPr dirty="0" spc="-50"/>
              <a:t> </a:t>
            </a:r>
            <a:r>
              <a:rPr dirty="0"/>
              <a:t>que</a:t>
            </a:r>
            <a:r>
              <a:rPr dirty="0" spc="-50"/>
              <a:t> </a:t>
            </a:r>
            <a:r>
              <a:rPr dirty="0"/>
              <a:t>visa</a:t>
            </a:r>
            <a:r>
              <a:rPr dirty="0" spc="-50"/>
              <a:t> </a:t>
            </a:r>
            <a:r>
              <a:rPr dirty="0"/>
              <a:t>proteger</a:t>
            </a:r>
            <a:r>
              <a:rPr dirty="0" spc="-50"/>
              <a:t> </a:t>
            </a:r>
            <a:r>
              <a:rPr dirty="0"/>
              <a:t>dados</a:t>
            </a:r>
            <a:r>
              <a:rPr dirty="0" spc="-50"/>
              <a:t> </a:t>
            </a:r>
            <a:r>
              <a:rPr dirty="0" spc="-10"/>
              <a:t>sensíveis</a:t>
            </a:r>
            <a:r>
              <a:rPr dirty="0" spc="-50"/>
              <a:t> </a:t>
            </a:r>
            <a:r>
              <a:rPr dirty="0" spc="-25"/>
              <a:t>no </a:t>
            </a:r>
            <a:r>
              <a:rPr dirty="0" spc="-10"/>
              <a:t>ambiente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trabalho,</a:t>
            </a:r>
            <a:r>
              <a:rPr dirty="0" spc="-25"/>
              <a:t> </a:t>
            </a:r>
            <a:r>
              <a:rPr dirty="0" spc="-10"/>
              <a:t>conforme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 spc="-10"/>
              <a:t>LGPD.</a:t>
            </a:r>
          </a:p>
          <a:p>
            <a:pPr>
              <a:lnSpc>
                <a:spcPct val="100000"/>
              </a:lnSpc>
              <a:spcBef>
                <a:spcPts val="315"/>
              </a:spcBef>
            </a:pPr>
          </a:p>
          <a:p>
            <a:pPr marL="348615" marR="46863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348615" algn="l"/>
              </a:tabLst>
            </a:pPr>
            <a:r>
              <a:rPr dirty="0" sz="1400" b="0">
                <a:latin typeface="Arial"/>
                <a:cs typeface="Arial"/>
              </a:rPr>
              <a:t>Guardar</a:t>
            </a:r>
            <a:r>
              <a:rPr dirty="0" sz="1400" spc="-2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documentos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sensíveis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quando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spc="-25" b="0">
                <a:latin typeface="Arial"/>
                <a:cs typeface="Arial"/>
              </a:rPr>
              <a:t>não </a:t>
            </a:r>
            <a:r>
              <a:rPr dirty="0" sz="1400" b="0">
                <a:latin typeface="Arial"/>
                <a:cs typeface="Arial"/>
              </a:rPr>
              <a:t>estiverem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em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spc="-20" b="0">
                <a:latin typeface="Arial"/>
                <a:cs typeface="Arial"/>
              </a:rPr>
              <a:t>uso.</a:t>
            </a:r>
            <a:endParaRPr sz="1400">
              <a:latin typeface="Arial"/>
              <a:cs typeface="Arial"/>
            </a:endParaRPr>
          </a:p>
          <a:p>
            <a:pPr marL="348615" marR="221615" indent="-336550">
              <a:lnSpc>
                <a:spcPct val="100000"/>
              </a:lnSpc>
              <a:buChar char="●"/>
              <a:tabLst>
                <a:tab pos="348615" algn="l"/>
              </a:tabLst>
            </a:pPr>
            <a:r>
              <a:rPr dirty="0" sz="1400" b="0">
                <a:latin typeface="Arial"/>
                <a:cs typeface="Arial"/>
              </a:rPr>
              <a:t>Evitar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post-its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com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senhas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ou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dados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visíveis. </a:t>
            </a:r>
            <a:r>
              <a:rPr dirty="0" sz="1400" b="0">
                <a:latin typeface="Arial"/>
                <a:cs typeface="Arial"/>
              </a:rPr>
              <a:t>Bloquear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a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tela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ao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se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ausentar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do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computador.</a:t>
            </a:r>
            <a:endParaRPr sz="1400">
              <a:latin typeface="Arial"/>
              <a:cs typeface="Arial"/>
            </a:endParaRPr>
          </a:p>
          <a:p>
            <a:pPr marL="348615" marR="85725" indent="-336550">
              <a:lnSpc>
                <a:spcPct val="100000"/>
              </a:lnSpc>
              <a:buChar char="●"/>
              <a:tabLst>
                <a:tab pos="348615" algn="l"/>
              </a:tabLst>
            </a:pPr>
            <a:r>
              <a:rPr dirty="0" sz="1400" b="0">
                <a:latin typeface="Arial"/>
                <a:cs typeface="Arial"/>
              </a:rPr>
              <a:t>Retirar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impressões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confidenciais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imediatamente. </a:t>
            </a:r>
            <a:r>
              <a:rPr dirty="0" sz="1400" b="0">
                <a:latin typeface="Arial"/>
                <a:cs typeface="Arial"/>
              </a:rPr>
              <a:t>Usar</a:t>
            </a:r>
            <a:r>
              <a:rPr dirty="0" sz="1400" spc="-2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protetores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de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tela</a:t>
            </a:r>
            <a:r>
              <a:rPr dirty="0" sz="1400" spc="-10" b="0">
                <a:latin typeface="Arial"/>
                <a:cs typeface="Arial"/>
              </a:rPr>
              <a:t> </a:t>
            </a:r>
            <a:r>
              <a:rPr dirty="0" sz="1400" b="0">
                <a:latin typeface="Arial"/>
                <a:cs typeface="Arial"/>
              </a:rPr>
              <a:t>com</a:t>
            </a:r>
            <a:r>
              <a:rPr dirty="0" sz="1400" spc="-5" b="0">
                <a:latin typeface="Arial"/>
                <a:cs typeface="Arial"/>
              </a:rPr>
              <a:t> </a:t>
            </a:r>
            <a:r>
              <a:rPr dirty="0" sz="1400" spc="-10" b="0">
                <a:latin typeface="Arial"/>
                <a:cs typeface="Arial"/>
              </a:rPr>
              <a:t>senha.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 algn="ctr" marR="319405">
              <a:lnSpc>
                <a:spcPct val="100000"/>
              </a:lnSpc>
            </a:pPr>
            <a:r>
              <a:rPr dirty="0" sz="1100" spc="-10"/>
              <a:t>BENEFÍCIOS:</a:t>
            </a:r>
            <a:endParaRPr sz="1100"/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/>
          </a:p>
          <a:p>
            <a:pPr lvl="1" marL="572770" indent="-335915">
              <a:lnSpc>
                <a:spcPct val="100000"/>
              </a:lnSpc>
              <a:buChar char="●"/>
              <a:tabLst>
                <a:tab pos="572770" algn="l"/>
              </a:tabLst>
            </a:pPr>
            <a:r>
              <a:rPr dirty="0" sz="1400">
                <a:latin typeface="Arial"/>
                <a:cs typeface="Arial"/>
              </a:rPr>
              <a:t>Reduz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riscos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vazamento.</a:t>
            </a:r>
            <a:endParaRPr sz="1400">
              <a:latin typeface="Arial"/>
              <a:cs typeface="Arial"/>
            </a:endParaRPr>
          </a:p>
          <a:p>
            <a:pPr lvl="1" marL="572770" indent="-335915">
              <a:lnSpc>
                <a:spcPct val="100000"/>
              </a:lnSpc>
              <a:buChar char="●"/>
              <a:tabLst>
                <a:tab pos="572770" algn="l"/>
              </a:tabLst>
            </a:pPr>
            <a:r>
              <a:rPr dirty="0" sz="1400">
                <a:latin typeface="Arial"/>
                <a:cs typeface="Arial"/>
              </a:rPr>
              <a:t>Evitar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acessos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indevidos.</a:t>
            </a:r>
            <a:endParaRPr sz="1400">
              <a:latin typeface="Arial"/>
              <a:cs typeface="Arial"/>
            </a:endParaRPr>
          </a:p>
          <a:p>
            <a:pPr lvl="1" marL="572770" marR="966469" indent="-336550">
              <a:lnSpc>
                <a:spcPct val="100000"/>
              </a:lnSpc>
              <a:buChar char="●"/>
              <a:tabLst>
                <a:tab pos="572770" algn="l"/>
              </a:tabLst>
            </a:pPr>
            <a:r>
              <a:rPr dirty="0" sz="1400">
                <a:latin typeface="Arial"/>
                <a:cs typeface="Arial"/>
              </a:rPr>
              <a:t>Reforça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cultura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segurança</a:t>
            </a:r>
            <a:r>
              <a:rPr dirty="0" sz="1400" spc="-25">
                <a:latin typeface="Arial"/>
                <a:cs typeface="Arial"/>
              </a:rPr>
              <a:t> da </a:t>
            </a:r>
            <a:r>
              <a:rPr dirty="0" sz="1400" spc="-10">
                <a:latin typeface="Arial"/>
                <a:cs typeface="Arial"/>
              </a:rPr>
              <a:t>informação.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250" y="476400"/>
            <a:ext cx="2992074" cy="4667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DA INFORMAÇÃO</dc:title>
  <dcterms:created xsi:type="dcterms:W3CDTF">2025-12-15T03:55:48Z</dcterms:created>
  <dcterms:modified xsi:type="dcterms:W3CDTF">2025-12-15T03:55:48Z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