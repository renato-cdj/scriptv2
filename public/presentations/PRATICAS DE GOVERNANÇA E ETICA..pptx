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5274" y="226900"/>
            <a:ext cx="8760460" cy="4768215"/>
          </a:xfrm>
          <a:custGeom>
            <a:avLst/>
            <a:gdLst/>
            <a:ahLst/>
            <a:cxnLst/>
            <a:rect l="l" t="t" r="r" b="b"/>
            <a:pathLst>
              <a:path w="8760460" h="4768215">
                <a:moveTo>
                  <a:pt x="7965284" y="4768199"/>
                </a:moveTo>
                <a:lnTo>
                  <a:pt x="794715" y="4768199"/>
                </a:lnTo>
                <a:lnTo>
                  <a:pt x="746304" y="4766749"/>
                </a:lnTo>
                <a:lnTo>
                  <a:pt x="698659" y="4762453"/>
                </a:lnTo>
                <a:lnTo>
                  <a:pt x="651864" y="4755396"/>
                </a:lnTo>
                <a:lnTo>
                  <a:pt x="606003" y="4745659"/>
                </a:lnTo>
                <a:lnTo>
                  <a:pt x="561158" y="4733326"/>
                </a:lnTo>
                <a:lnTo>
                  <a:pt x="517413" y="4718480"/>
                </a:lnTo>
                <a:lnTo>
                  <a:pt x="474851" y="4701205"/>
                </a:lnTo>
                <a:lnTo>
                  <a:pt x="433555" y="4681583"/>
                </a:lnTo>
                <a:lnTo>
                  <a:pt x="393607" y="4659698"/>
                </a:lnTo>
                <a:lnTo>
                  <a:pt x="355092" y="4635632"/>
                </a:lnTo>
                <a:lnTo>
                  <a:pt x="318092" y="4609469"/>
                </a:lnTo>
                <a:lnTo>
                  <a:pt x="282690" y="4581292"/>
                </a:lnTo>
                <a:lnTo>
                  <a:pt x="248970" y="4551185"/>
                </a:lnTo>
                <a:lnTo>
                  <a:pt x="217014" y="4519229"/>
                </a:lnTo>
                <a:lnTo>
                  <a:pt x="186907" y="4485509"/>
                </a:lnTo>
                <a:lnTo>
                  <a:pt x="158730" y="4450107"/>
                </a:lnTo>
                <a:lnTo>
                  <a:pt x="132567" y="4413107"/>
                </a:lnTo>
                <a:lnTo>
                  <a:pt x="108502" y="4374592"/>
                </a:lnTo>
                <a:lnTo>
                  <a:pt x="86616" y="4334645"/>
                </a:lnTo>
                <a:lnTo>
                  <a:pt x="66994" y="4293348"/>
                </a:lnTo>
                <a:lnTo>
                  <a:pt x="49719" y="4250786"/>
                </a:lnTo>
                <a:lnTo>
                  <a:pt x="34873" y="4207041"/>
                </a:lnTo>
                <a:lnTo>
                  <a:pt x="22540" y="4162196"/>
                </a:lnTo>
                <a:lnTo>
                  <a:pt x="12803" y="4116335"/>
                </a:lnTo>
                <a:lnTo>
                  <a:pt x="5746" y="4069540"/>
                </a:lnTo>
                <a:lnTo>
                  <a:pt x="1450" y="4021895"/>
                </a:lnTo>
                <a:lnTo>
                  <a:pt x="0" y="3973483"/>
                </a:lnTo>
                <a:lnTo>
                  <a:pt x="0" y="794715"/>
                </a:lnTo>
                <a:lnTo>
                  <a:pt x="1450" y="746304"/>
                </a:lnTo>
                <a:lnTo>
                  <a:pt x="5746" y="698659"/>
                </a:lnTo>
                <a:lnTo>
                  <a:pt x="12803" y="651864"/>
                </a:lnTo>
                <a:lnTo>
                  <a:pt x="22540" y="606003"/>
                </a:lnTo>
                <a:lnTo>
                  <a:pt x="34873" y="561158"/>
                </a:lnTo>
                <a:lnTo>
                  <a:pt x="49719" y="517413"/>
                </a:lnTo>
                <a:lnTo>
                  <a:pt x="66994" y="474851"/>
                </a:lnTo>
                <a:lnTo>
                  <a:pt x="86616" y="433555"/>
                </a:lnTo>
                <a:lnTo>
                  <a:pt x="108502" y="393607"/>
                </a:lnTo>
                <a:lnTo>
                  <a:pt x="132567" y="355092"/>
                </a:lnTo>
                <a:lnTo>
                  <a:pt x="158730" y="318092"/>
                </a:lnTo>
                <a:lnTo>
                  <a:pt x="186907" y="282690"/>
                </a:lnTo>
                <a:lnTo>
                  <a:pt x="217014" y="248970"/>
                </a:lnTo>
                <a:lnTo>
                  <a:pt x="248970" y="217014"/>
                </a:lnTo>
                <a:lnTo>
                  <a:pt x="282690" y="186907"/>
                </a:lnTo>
                <a:lnTo>
                  <a:pt x="318092" y="158730"/>
                </a:lnTo>
                <a:lnTo>
                  <a:pt x="355092" y="132567"/>
                </a:lnTo>
                <a:lnTo>
                  <a:pt x="393607" y="108502"/>
                </a:lnTo>
                <a:lnTo>
                  <a:pt x="433555" y="86616"/>
                </a:lnTo>
                <a:lnTo>
                  <a:pt x="474851" y="66994"/>
                </a:lnTo>
                <a:lnTo>
                  <a:pt x="517413" y="49719"/>
                </a:lnTo>
                <a:lnTo>
                  <a:pt x="561158" y="34873"/>
                </a:lnTo>
                <a:lnTo>
                  <a:pt x="606003" y="22540"/>
                </a:lnTo>
                <a:lnTo>
                  <a:pt x="651864" y="12803"/>
                </a:lnTo>
                <a:lnTo>
                  <a:pt x="698659" y="5746"/>
                </a:lnTo>
                <a:lnTo>
                  <a:pt x="746304" y="1450"/>
                </a:lnTo>
                <a:lnTo>
                  <a:pt x="794715" y="0"/>
                </a:lnTo>
                <a:lnTo>
                  <a:pt x="7965284" y="0"/>
                </a:lnTo>
                <a:lnTo>
                  <a:pt x="8013750" y="1477"/>
                </a:lnTo>
                <a:lnTo>
                  <a:pt x="8061788" y="5878"/>
                </a:lnTo>
                <a:lnTo>
                  <a:pt x="8109277" y="13150"/>
                </a:lnTo>
                <a:lnTo>
                  <a:pt x="8156095" y="23244"/>
                </a:lnTo>
                <a:lnTo>
                  <a:pt x="8202121" y="36109"/>
                </a:lnTo>
                <a:lnTo>
                  <a:pt x="8247233" y="51696"/>
                </a:lnTo>
                <a:lnTo>
                  <a:pt x="8291310" y="69953"/>
                </a:lnTo>
                <a:lnTo>
                  <a:pt x="8334230" y="90831"/>
                </a:lnTo>
                <a:lnTo>
                  <a:pt x="8375872" y="114279"/>
                </a:lnTo>
                <a:lnTo>
                  <a:pt x="8416115" y="140247"/>
                </a:lnTo>
                <a:lnTo>
                  <a:pt x="8454837" y="168684"/>
                </a:lnTo>
                <a:lnTo>
                  <a:pt x="8491916" y="199541"/>
                </a:lnTo>
                <a:lnTo>
                  <a:pt x="8527232" y="232766"/>
                </a:lnTo>
                <a:lnTo>
                  <a:pt x="8560458" y="268082"/>
                </a:lnTo>
                <a:lnTo>
                  <a:pt x="8591315" y="305162"/>
                </a:lnTo>
                <a:lnTo>
                  <a:pt x="8619752" y="343884"/>
                </a:lnTo>
                <a:lnTo>
                  <a:pt x="8645720" y="384127"/>
                </a:lnTo>
                <a:lnTo>
                  <a:pt x="8669168" y="425769"/>
                </a:lnTo>
                <a:lnTo>
                  <a:pt x="8690046" y="468689"/>
                </a:lnTo>
                <a:lnTo>
                  <a:pt x="8708303" y="512766"/>
                </a:lnTo>
                <a:lnTo>
                  <a:pt x="8723890" y="557878"/>
                </a:lnTo>
                <a:lnTo>
                  <a:pt x="8736755" y="603904"/>
                </a:lnTo>
                <a:lnTo>
                  <a:pt x="8746849" y="650722"/>
                </a:lnTo>
                <a:lnTo>
                  <a:pt x="8754121" y="698211"/>
                </a:lnTo>
                <a:lnTo>
                  <a:pt x="8758522" y="746249"/>
                </a:lnTo>
                <a:lnTo>
                  <a:pt x="8759999" y="794715"/>
                </a:lnTo>
                <a:lnTo>
                  <a:pt x="8759999" y="3973483"/>
                </a:lnTo>
                <a:lnTo>
                  <a:pt x="8758549" y="4021895"/>
                </a:lnTo>
                <a:lnTo>
                  <a:pt x="8754253" y="4069540"/>
                </a:lnTo>
                <a:lnTo>
                  <a:pt x="8747196" y="4116335"/>
                </a:lnTo>
                <a:lnTo>
                  <a:pt x="8737459" y="4162196"/>
                </a:lnTo>
                <a:lnTo>
                  <a:pt x="8725126" y="4207041"/>
                </a:lnTo>
                <a:lnTo>
                  <a:pt x="8710280" y="4250786"/>
                </a:lnTo>
                <a:lnTo>
                  <a:pt x="8693005" y="4293348"/>
                </a:lnTo>
                <a:lnTo>
                  <a:pt x="8673383" y="4334645"/>
                </a:lnTo>
                <a:lnTo>
                  <a:pt x="8651498" y="4374592"/>
                </a:lnTo>
                <a:lnTo>
                  <a:pt x="8627432" y="4413107"/>
                </a:lnTo>
                <a:lnTo>
                  <a:pt x="8601269" y="4450107"/>
                </a:lnTo>
                <a:lnTo>
                  <a:pt x="8573092" y="4485509"/>
                </a:lnTo>
                <a:lnTo>
                  <a:pt x="8542985" y="4519229"/>
                </a:lnTo>
                <a:lnTo>
                  <a:pt x="8511029" y="4551185"/>
                </a:lnTo>
                <a:lnTo>
                  <a:pt x="8477309" y="4581292"/>
                </a:lnTo>
                <a:lnTo>
                  <a:pt x="8441907" y="4609469"/>
                </a:lnTo>
                <a:lnTo>
                  <a:pt x="8404907" y="4635632"/>
                </a:lnTo>
                <a:lnTo>
                  <a:pt x="8366392" y="4659698"/>
                </a:lnTo>
                <a:lnTo>
                  <a:pt x="8326445" y="4681583"/>
                </a:lnTo>
                <a:lnTo>
                  <a:pt x="8285148" y="4701205"/>
                </a:lnTo>
                <a:lnTo>
                  <a:pt x="8242586" y="4718480"/>
                </a:lnTo>
                <a:lnTo>
                  <a:pt x="8198841" y="4733326"/>
                </a:lnTo>
                <a:lnTo>
                  <a:pt x="8153996" y="4745659"/>
                </a:lnTo>
                <a:lnTo>
                  <a:pt x="8108135" y="4755396"/>
                </a:lnTo>
                <a:lnTo>
                  <a:pt x="8061341" y="4762453"/>
                </a:lnTo>
                <a:lnTo>
                  <a:pt x="8013696" y="4766749"/>
                </a:lnTo>
                <a:lnTo>
                  <a:pt x="7965284" y="4768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43475" y="1096950"/>
            <a:ext cx="5462270" cy="3659504"/>
          </a:xfrm>
          <a:custGeom>
            <a:avLst/>
            <a:gdLst/>
            <a:ahLst/>
            <a:cxnLst/>
            <a:rect l="l" t="t" r="r" b="b"/>
            <a:pathLst>
              <a:path w="5462270" h="3659504">
                <a:moveTo>
                  <a:pt x="4851887" y="3659399"/>
                </a:moveTo>
                <a:lnTo>
                  <a:pt x="609912" y="3659399"/>
                </a:lnTo>
                <a:lnTo>
                  <a:pt x="562247" y="3657564"/>
                </a:lnTo>
                <a:lnTo>
                  <a:pt x="515587" y="3652150"/>
                </a:lnTo>
                <a:lnTo>
                  <a:pt x="470064" y="3643291"/>
                </a:lnTo>
                <a:lnTo>
                  <a:pt x="425817" y="3631124"/>
                </a:lnTo>
                <a:lnTo>
                  <a:pt x="382980" y="3615784"/>
                </a:lnTo>
                <a:lnTo>
                  <a:pt x="341688" y="3597407"/>
                </a:lnTo>
                <a:lnTo>
                  <a:pt x="302077" y="3576129"/>
                </a:lnTo>
                <a:lnTo>
                  <a:pt x="264284" y="3552084"/>
                </a:lnTo>
                <a:lnTo>
                  <a:pt x="228443" y="3525409"/>
                </a:lnTo>
                <a:lnTo>
                  <a:pt x="194690" y="3496238"/>
                </a:lnTo>
                <a:lnTo>
                  <a:pt x="163160" y="3464709"/>
                </a:lnTo>
                <a:lnTo>
                  <a:pt x="133990" y="3430956"/>
                </a:lnTo>
                <a:lnTo>
                  <a:pt x="107315" y="3395115"/>
                </a:lnTo>
                <a:lnTo>
                  <a:pt x="83270" y="3357322"/>
                </a:lnTo>
                <a:lnTo>
                  <a:pt x="61992" y="3317711"/>
                </a:lnTo>
                <a:lnTo>
                  <a:pt x="43615" y="3276419"/>
                </a:lnTo>
                <a:lnTo>
                  <a:pt x="28275" y="3233582"/>
                </a:lnTo>
                <a:lnTo>
                  <a:pt x="16108" y="3189335"/>
                </a:lnTo>
                <a:lnTo>
                  <a:pt x="7249" y="3143813"/>
                </a:lnTo>
                <a:lnTo>
                  <a:pt x="1834" y="3097152"/>
                </a:lnTo>
                <a:lnTo>
                  <a:pt x="0" y="3049487"/>
                </a:lnTo>
                <a:lnTo>
                  <a:pt x="0" y="609912"/>
                </a:lnTo>
                <a:lnTo>
                  <a:pt x="1834" y="562247"/>
                </a:lnTo>
                <a:lnTo>
                  <a:pt x="7249" y="515586"/>
                </a:lnTo>
                <a:lnTo>
                  <a:pt x="16108" y="470064"/>
                </a:lnTo>
                <a:lnTo>
                  <a:pt x="28275" y="425817"/>
                </a:lnTo>
                <a:lnTo>
                  <a:pt x="43615" y="382979"/>
                </a:lnTo>
                <a:lnTo>
                  <a:pt x="61992" y="341688"/>
                </a:lnTo>
                <a:lnTo>
                  <a:pt x="83270" y="302077"/>
                </a:lnTo>
                <a:lnTo>
                  <a:pt x="107315" y="264284"/>
                </a:lnTo>
                <a:lnTo>
                  <a:pt x="133990" y="228443"/>
                </a:lnTo>
                <a:lnTo>
                  <a:pt x="163160" y="194690"/>
                </a:lnTo>
                <a:lnTo>
                  <a:pt x="194690" y="163160"/>
                </a:lnTo>
                <a:lnTo>
                  <a:pt x="228443" y="133990"/>
                </a:lnTo>
                <a:lnTo>
                  <a:pt x="264284" y="107315"/>
                </a:lnTo>
                <a:lnTo>
                  <a:pt x="302077" y="83270"/>
                </a:lnTo>
                <a:lnTo>
                  <a:pt x="341688" y="61992"/>
                </a:lnTo>
                <a:lnTo>
                  <a:pt x="382980" y="43615"/>
                </a:lnTo>
                <a:lnTo>
                  <a:pt x="425817" y="28275"/>
                </a:lnTo>
                <a:lnTo>
                  <a:pt x="470064" y="16108"/>
                </a:lnTo>
                <a:lnTo>
                  <a:pt x="515587" y="7249"/>
                </a:lnTo>
                <a:lnTo>
                  <a:pt x="562247" y="1834"/>
                </a:lnTo>
                <a:lnTo>
                  <a:pt x="609912" y="0"/>
                </a:lnTo>
                <a:lnTo>
                  <a:pt x="4851887" y="0"/>
                </a:lnTo>
                <a:lnTo>
                  <a:pt x="4900182" y="1913"/>
                </a:lnTo>
                <a:lnTo>
                  <a:pt x="4947875" y="7597"/>
                </a:lnTo>
                <a:lnTo>
                  <a:pt x="4994760" y="16968"/>
                </a:lnTo>
                <a:lnTo>
                  <a:pt x="5040634" y="29939"/>
                </a:lnTo>
                <a:lnTo>
                  <a:pt x="5085291" y="46426"/>
                </a:lnTo>
                <a:lnTo>
                  <a:pt x="5128526" y="66345"/>
                </a:lnTo>
                <a:lnTo>
                  <a:pt x="5170136" y="89611"/>
                </a:lnTo>
                <a:lnTo>
                  <a:pt x="5209915" y="116138"/>
                </a:lnTo>
                <a:lnTo>
                  <a:pt x="5247658" y="145842"/>
                </a:lnTo>
                <a:lnTo>
                  <a:pt x="5283160" y="178639"/>
                </a:lnTo>
                <a:lnTo>
                  <a:pt x="5315957" y="214141"/>
                </a:lnTo>
                <a:lnTo>
                  <a:pt x="5345661" y="251884"/>
                </a:lnTo>
                <a:lnTo>
                  <a:pt x="5372188" y="291663"/>
                </a:lnTo>
                <a:lnTo>
                  <a:pt x="5395454" y="333273"/>
                </a:lnTo>
                <a:lnTo>
                  <a:pt x="5415373" y="376508"/>
                </a:lnTo>
                <a:lnTo>
                  <a:pt x="5431860" y="421165"/>
                </a:lnTo>
                <a:lnTo>
                  <a:pt x="5444831" y="467039"/>
                </a:lnTo>
                <a:lnTo>
                  <a:pt x="5454202" y="513924"/>
                </a:lnTo>
                <a:lnTo>
                  <a:pt x="5459886" y="561617"/>
                </a:lnTo>
                <a:lnTo>
                  <a:pt x="5461799" y="609912"/>
                </a:lnTo>
                <a:lnTo>
                  <a:pt x="5461799" y="3049487"/>
                </a:lnTo>
                <a:lnTo>
                  <a:pt x="5459964" y="3097152"/>
                </a:lnTo>
                <a:lnTo>
                  <a:pt x="5454550" y="3143813"/>
                </a:lnTo>
                <a:lnTo>
                  <a:pt x="5445691" y="3189335"/>
                </a:lnTo>
                <a:lnTo>
                  <a:pt x="5433524" y="3233582"/>
                </a:lnTo>
                <a:lnTo>
                  <a:pt x="5418184" y="3276419"/>
                </a:lnTo>
                <a:lnTo>
                  <a:pt x="5399807" y="3317711"/>
                </a:lnTo>
                <a:lnTo>
                  <a:pt x="5378529" y="3357322"/>
                </a:lnTo>
                <a:lnTo>
                  <a:pt x="5354484" y="3395115"/>
                </a:lnTo>
                <a:lnTo>
                  <a:pt x="5327809" y="3430956"/>
                </a:lnTo>
                <a:lnTo>
                  <a:pt x="5298638" y="3464709"/>
                </a:lnTo>
                <a:lnTo>
                  <a:pt x="5267109" y="3496238"/>
                </a:lnTo>
                <a:lnTo>
                  <a:pt x="5233356" y="3525409"/>
                </a:lnTo>
                <a:lnTo>
                  <a:pt x="5197515" y="3552084"/>
                </a:lnTo>
                <a:lnTo>
                  <a:pt x="5159722" y="3576129"/>
                </a:lnTo>
                <a:lnTo>
                  <a:pt x="5120111" y="3597407"/>
                </a:lnTo>
                <a:lnTo>
                  <a:pt x="5078819" y="3615784"/>
                </a:lnTo>
                <a:lnTo>
                  <a:pt x="5035982" y="3631124"/>
                </a:lnTo>
                <a:lnTo>
                  <a:pt x="4991735" y="3643291"/>
                </a:lnTo>
                <a:lnTo>
                  <a:pt x="4946213" y="3652150"/>
                </a:lnTo>
                <a:lnTo>
                  <a:pt x="4899552" y="3657564"/>
                </a:lnTo>
                <a:lnTo>
                  <a:pt x="4851887" y="36593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812" y="550874"/>
            <a:ext cx="3000520" cy="404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5274" y="226900"/>
            <a:ext cx="8760460" cy="4768215"/>
          </a:xfrm>
          <a:custGeom>
            <a:avLst/>
            <a:gdLst/>
            <a:ahLst/>
            <a:cxnLst/>
            <a:rect l="l" t="t" r="r" b="b"/>
            <a:pathLst>
              <a:path w="8760460" h="4768215">
                <a:moveTo>
                  <a:pt x="7965284" y="4768199"/>
                </a:moveTo>
                <a:lnTo>
                  <a:pt x="794715" y="4768199"/>
                </a:lnTo>
                <a:lnTo>
                  <a:pt x="746304" y="4766749"/>
                </a:lnTo>
                <a:lnTo>
                  <a:pt x="698659" y="4762453"/>
                </a:lnTo>
                <a:lnTo>
                  <a:pt x="651864" y="4755396"/>
                </a:lnTo>
                <a:lnTo>
                  <a:pt x="606003" y="4745659"/>
                </a:lnTo>
                <a:lnTo>
                  <a:pt x="561158" y="4733326"/>
                </a:lnTo>
                <a:lnTo>
                  <a:pt x="517413" y="4718480"/>
                </a:lnTo>
                <a:lnTo>
                  <a:pt x="474851" y="4701205"/>
                </a:lnTo>
                <a:lnTo>
                  <a:pt x="433555" y="4681583"/>
                </a:lnTo>
                <a:lnTo>
                  <a:pt x="393607" y="4659698"/>
                </a:lnTo>
                <a:lnTo>
                  <a:pt x="355092" y="4635632"/>
                </a:lnTo>
                <a:lnTo>
                  <a:pt x="318092" y="4609469"/>
                </a:lnTo>
                <a:lnTo>
                  <a:pt x="282690" y="4581292"/>
                </a:lnTo>
                <a:lnTo>
                  <a:pt x="248970" y="4551185"/>
                </a:lnTo>
                <a:lnTo>
                  <a:pt x="217014" y="4519229"/>
                </a:lnTo>
                <a:lnTo>
                  <a:pt x="186907" y="4485509"/>
                </a:lnTo>
                <a:lnTo>
                  <a:pt x="158730" y="4450107"/>
                </a:lnTo>
                <a:lnTo>
                  <a:pt x="132567" y="4413107"/>
                </a:lnTo>
                <a:lnTo>
                  <a:pt x="108502" y="4374592"/>
                </a:lnTo>
                <a:lnTo>
                  <a:pt x="86616" y="4334645"/>
                </a:lnTo>
                <a:lnTo>
                  <a:pt x="66994" y="4293348"/>
                </a:lnTo>
                <a:lnTo>
                  <a:pt x="49719" y="4250786"/>
                </a:lnTo>
                <a:lnTo>
                  <a:pt x="34873" y="4207041"/>
                </a:lnTo>
                <a:lnTo>
                  <a:pt x="22540" y="4162196"/>
                </a:lnTo>
                <a:lnTo>
                  <a:pt x="12803" y="4116335"/>
                </a:lnTo>
                <a:lnTo>
                  <a:pt x="5746" y="4069540"/>
                </a:lnTo>
                <a:lnTo>
                  <a:pt x="1450" y="4021895"/>
                </a:lnTo>
                <a:lnTo>
                  <a:pt x="0" y="3973483"/>
                </a:lnTo>
                <a:lnTo>
                  <a:pt x="0" y="794715"/>
                </a:lnTo>
                <a:lnTo>
                  <a:pt x="1450" y="746304"/>
                </a:lnTo>
                <a:lnTo>
                  <a:pt x="5746" y="698659"/>
                </a:lnTo>
                <a:lnTo>
                  <a:pt x="12803" y="651864"/>
                </a:lnTo>
                <a:lnTo>
                  <a:pt x="22540" y="606003"/>
                </a:lnTo>
                <a:lnTo>
                  <a:pt x="34873" y="561158"/>
                </a:lnTo>
                <a:lnTo>
                  <a:pt x="49719" y="517413"/>
                </a:lnTo>
                <a:lnTo>
                  <a:pt x="66994" y="474851"/>
                </a:lnTo>
                <a:lnTo>
                  <a:pt x="86616" y="433555"/>
                </a:lnTo>
                <a:lnTo>
                  <a:pt x="108502" y="393607"/>
                </a:lnTo>
                <a:lnTo>
                  <a:pt x="132567" y="355092"/>
                </a:lnTo>
                <a:lnTo>
                  <a:pt x="158730" y="318092"/>
                </a:lnTo>
                <a:lnTo>
                  <a:pt x="186907" y="282690"/>
                </a:lnTo>
                <a:lnTo>
                  <a:pt x="217014" y="248970"/>
                </a:lnTo>
                <a:lnTo>
                  <a:pt x="248970" y="217014"/>
                </a:lnTo>
                <a:lnTo>
                  <a:pt x="282690" y="186907"/>
                </a:lnTo>
                <a:lnTo>
                  <a:pt x="318092" y="158730"/>
                </a:lnTo>
                <a:lnTo>
                  <a:pt x="355092" y="132567"/>
                </a:lnTo>
                <a:lnTo>
                  <a:pt x="393607" y="108502"/>
                </a:lnTo>
                <a:lnTo>
                  <a:pt x="433555" y="86616"/>
                </a:lnTo>
                <a:lnTo>
                  <a:pt x="474851" y="66994"/>
                </a:lnTo>
                <a:lnTo>
                  <a:pt x="517413" y="49719"/>
                </a:lnTo>
                <a:lnTo>
                  <a:pt x="561158" y="34873"/>
                </a:lnTo>
                <a:lnTo>
                  <a:pt x="606003" y="22540"/>
                </a:lnTo>
                <a:lnTo>
                  <a:pt x="651864" y="12803"/>
                </a:lnTo>
                <a:lnTo>
                  <a:pt x="698659" y="5746"/>
                </a:lnTo>
                <a:lnTo>
                  <a:pt x="746304" y="1450"/>
                </a:lnTo>
                <a:lnTo>
                  <a:pt x="794715" y="0"/>
                </a:lnTo>
                <a:lnTo>
                  <a:pt x="7965284" y="0"/>
                </a:lnTo>
                <a:lnTo>
                  <a:pt x="8013750" y="1477"/>
                </a:lnTo>
                <a:lnTo>
                  <a:pt x="8061788" y="5878"/>
                </a:lnTo>
                <a:lnTo>
                  <a:pt x="8109277" y="13150"/>
                </a:lnTo>
                <a:lnTo>
                  <a:pt x="8156095" y="23244"/>
                </a:lnTo>
                <a:lnTo>
                  <a:pt x="8202121" y="36109"/>
                </a:lnTo>
                <a:lnTo>
                  <a:pt x="8247233" y="51696"/>
                </a:lnTo>
                <a:lnTo>
                  <a:pt x="8291310" y="69953"/>
                </a:lnTo>
                <a:lnTo>
                  <a:pt x="8334230" y="90831"/>
                </a:lnTo>
                <a:lnTo>
                  <a:pt x="8375872" y="114279"/>
                </a:lnTo>
                <a:lnTo>
                  <a:pt x="8416115" y="140247"/>
                </a:lnTo>
                <a:lnTo>
                  <a:pt x="8454837" y="168684"/>
                </a:lnTo>
                <a:lnTo>
                  <a:pt x="8491916" y="199541"/>
                </a:lnTo>
                <a:lnTo>
                  <a:pt x="8527232" y="232766"/>
                </a:lnTo>
                <a:lnTo>
                  <a:pt x="8560458" y="268082"/>
                </a:lnTo>
                <a:lnTo>
                  <a:pt x="8591315" y="305162"/>
                </a:lnTo>
                <a:lnTo>
                  <a:pt x="8619752" y="343884"/>
                </a:lnTo>
                <a:lnTo>
                  <a:pt x="8645720" y="384127"/>
                </a:lnTo>
                <a:lnTo>
                  <a:pt x="8669168" y="425769"/>
                </a:lnTo>
                <a:lnTo>
                  <a:pt x="8690046" y="468689"/>
                </a:lnTo>
                <a:lnTo>
                  <a:pt x="8708303" y="512766"/>
                </a:lnTo>
                <a:lnTo>
                  <a:pt x="8723890" y="557878"/>
                </a:lnTo>
                <a:lnTo>
                  <a:pt x="8736755" y="603904"/>
                </a:lnTo>
                <a:lnTo>
                  <a:pt x="8746849" y="650722"/>
                </a:lnTo>
                <a:lnTo>
                  <a:pt x="8754121" y="698211"/>
                </a:lnTo>
                <a:lnTo>
                  <a:pt x="8758522" y="746249"/>
                </a:lnTo>
                <a:lnTo>
                  <a:pt x="8759999" y="794715"/>
                </a:lnTo>
                <a:lnTo>
                  <a:pt x="8759999" y="3973483"/>
                </a:lnTo>
                <a:lnTo>
                  <a:pt x="8758549" y="4021895"/>
                </a:lnTo>
                <a:lnTo>
                  <a:pt x="8754253" y="4069540"/>
                </a:lnTo>
                <a:lnTo>
                  <a:pt x="8747196" y="4116335"/>
                </a:lnTo>
                <a:lnTo>
                  <a:pt x="8737459" y="4162196"/>
                </a:lnTo>
                <a:lnTo>
                  <a:pt x="8725126" y="4207041"/>
                </a:lnTo>
                <a:lnTo>
                  <a:pt x="8710280" y="4250786"/>
                </a:lnTo>
                <a:lnTo>
                  <a:pt x="8693005" y="4293348"/>
                </a:lnTo>
                <a:lnTo>
                  <a:pt x="8673383" y="4334645"/>
                </a:lnTo>
                <a:lnTo>
                  <a:pt x="8651498" y="4374592"/>
                </a:lnTo>
                <a:lnTo>
                  <a:pt x="8627432" y="4413107"/>
                </a:lnTo>
                <a:lnTo>
                  <a:pt x="8601269" y="4450107"/>
                </a:lnTo>
                <a:lnTo>
                  <a:pt x="8573092" y="4485509"/>
                </a:lnTo>
                <a:lnTo>
                  <a:pt x="8542985" y="4519229"/>
                </a:lnTo>
                <a:lnTo>
                  <a:pt x="8511029" y="4551185"/>
                </a:lnTo>
                <a:lnTo>
                  <a:pt x="8477309" y="4581292"/>
                </a:lnTo>
                <a:lnTo>
                  <a:pt x="8441907" y="4609469"/>
                </a:lnTo>
                <a:lnTo>
                  <a:pt x="8404907" y="4635632"/>
                </a:lnTo>
                <a:lnTo>
                  <a:pt x="8366392" y="4659698"/>
                </a:lnTo>
                <a:lnTo>
                  <a:pt x="8326445" y="4681583"/>
                </a:lnTo>
                <a:lnTo>
                  <a:pt x="8285148" y="4701205"/>
                </a:lnTo>
                <a:lnTo>
                  <a:pt x="8242586" y="4718480"/>
                </a:lnTo>
                <a:lnTo>
                  <a:pt x="8198841" y="4733326"/>
                </a:lnTo>
                <a:lnTo>
                  <a:pt x="8153996" y="4745659"/>
                </a:lnTo>
                <a:lnTo>
                  <a:pt x="8108135" y="4755396"/>
                </a:lnTo>
                <a:lnTo>
                  <a:pt x="8061341" y="4762453"/>
                </a:lnTo>
                <a:lnTo>
                  <a:pt x="8013696" y="4766749"/>
                </a:lnTo>
                <a:lnTo>
                  <a:pt x="7965284" y="4768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7934" y="1322771"/>
            <a:ext cx="3338829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9346" y="1840931"/>
            <a:ext cx="4033520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8647" y="989254"/>
            <a:ext cx="681037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02335" marR="5080" indent="-890269">
              <a:lnSpc>
                <a:spcPct val="100000"/>
              </a:lnSpc>
              <a:spcBef>
                <a:spcPts val="100"/>
              </a:spcBef>
            </a:pPr>
            <a:r>
              <a:rPr dirty="0" sz="2600" spc="-20"/>
              <a:t>Treinamento</a:t>
            </a:r>
            <a:r>
              <a:rPr dirty="0" sz="2600" spc="-105"/>
              <a:t> </a:t>
            </a:r>
            <a:r>
              <a:rPr dirty="0" sz="2600"/>
              <a:t>Sobre</a:t>
            </a:r>
            <a:r>
              <a:rPr dirty="0" sz="2600" spc="-100"/>
              <a:t> </a:t>
            </a:r>
            <a:r>
              <a:rPr dirty="0" sz="2600"/>
              <a:t>Práticas</a:t>
            </a:r>
            <a:r>
              <a:rPr dirty="0" sz="2600" spc="-100"/>
              <a:t> </a:t>
            </a:r>
            <a:r>
              <a:rPr dirty="0" sz="2600"/>
              <a:t>de</a:t>
            </a:r>
            <a:r>
              <a:rPr dirty="0" sz="2600" spc="-100"/>
              <a:t> </a:t>
            </a:r>
            <a:r>
              <a:rPr dirty="0" sz="2600" spc="-10"/>
              <a:t>governança corporativa,</a:t>
            </a:r>
            <a:r>
              <a:rPr dirty="0" sz="2600" spc="-70"/>
              <a:t> </a:t>
            </a:r>
            <a:r>
              <a:rPr dirty="0" sz="2600"/>
              <a:t>Ética</a:t>
            </a:r>
            <a:r>
              <a:rPr dirty="0" sz="2600" spc="-65"/>
              <a:t> </a:t>
            </a:r>
            <a:r>
              <a:rPr dirty="0" sz="2600"/>
              <a:t>e</a:t>
            </a:r>
            <a:r>
              <a:rPr dirty="0" sz="2600" spc="-65"/>
              <a:t> </a:t>
            </a:r>
            <a:r>
              <a:rPr dirty="0" sz="2600" spc="-10"/>
              <a:t>Integridade.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783824" y="644687"/>
            <a:ext cx="8188959" cy="4498975"/>
            <a:chOff x="783824" y="644687"/>
            <a:chExt cx="8188959" cy="4498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7925" y="644687"/>
              <a:ext cx="4034649" cy="44988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3824" y="2274074"/>
              <a:ext cx="4154170" cy="2141220"/>
            </a:xfrm>
            <a:custGeom>
              <a:avLst/>
              <a:gdLst/>
              <a:ahLst/>
              <a:cxnLst/>
              <a:rect l="l" t="t" r="r" b="b"/>
              <a:pathLst>
                <a:path w="4154170" h="2141220">
                  <a:moveTo>
                    <a:pt x="3797242" y="2141099"/>
                  </a:moveTo>
                  <a:lnTo>
                    <a:pt x="356857" y="2141099"/>
                  </a:lnTo>
                  <a:lnTo>
                    <a:pt x="308433" y="2137842"/>
                  </a:lnTo>
                  <a:lnTo>
                    <a:pt x="261990" y="2128352"/>
                  </a:lnTo>
                  <a:lnTo>
                    <a:pt x="217952" y="2113056"/>
                  </a:lnTo>
                  <a:lnTo>
                    <a:pt x="176744" y="2092378"/>
                  </a:lnTo>
                  <a:lnTo>
                    <a:pt x="138792" y="2066744"/>
                  </a:lnTo>
                  <a:lnTo>
                    <a:pt x="104521" y="2036579"/>
                  </a:lnTo>
                  <a:lnTo>
                    <a:pt x="74355" y="2002307"/>
                  </a:lnTo>
                  <a:lnTo>
                    <a:pt x="48721" y="1964355"/>
                  </a:lnTo>
                  <a:lnTo>
                    <a:pt x="28043" y="1923147"/>
                  </a:lnTo>
                  <a:lnTo>
                    <a:pt x="12747" y="1879109"/>
                  </a:lnTo>
                  <a:lnTo>
                    <a:pt x="3257" y="1832666"/>
                  </a:lnTo>
                  <a:lnTo>
                    <a:pt x="0" y="1784242"/>
                  </a:lnTo>
                  <a:lnTo>
                    <a:pt x="0" y="356857"/>
                  </a:lnTo>
                  <a:lnTo>
                    <a:pt x="3257" y="308433"/>
                  </a:lnTo>
                  <a:lnTo>
                    <a:pt x="12747" y="261990"/>
                  </a:lnTo>
                  <a:lnTo>
                    <a:pt x="28043" y="217952"/>
                  </a:lnTo>
                  <a:lnTo>
                    <a:pt x="48721" y="176744"/>
                  </a:lnTo>
                  <a:lnTo>
                    <a:pt x="74355" y="138792"/>
                  </a:lnTo>
                  <a:lnTo>
                    <a:pt x="104521" y="104520"/>
                  </a:lnTo>
                  <a:lnTo>
                    <a:pt x="138792" y="74355"/>
                  </a:lnTo>
                  <a:lnTo>
                    <a:pt x="176744" y="48721"/>
                  </a:lnTo>
                  <a:lnTo>
                    <a:pt x="217952" y="28043"/>
                  </a:lnTo>
                  <a:lnTo>
                    <a:pt x="261990" y="12747"/>
                  </a:lnTo>
                  <a:lnTo>
                    <a:pt x="308433" y="3257"/>
                  </a:lnTo>
                  <a:lnTo>
                    <a:pt x="356857" y="0"/>
                  </a:lnTo>
                  <a:lnTo>
                    <a:pt x="3797242" y="0"/>
                  </a:lnTo>
                  <a:lnTo>
                    <a:pt x="3844149" y="3094"/>
                  </a:lnTo>
                  <a:lnTo>
                    <a:pt x="3889855" y="12226"/>
                  </a:lnTo>
                  <a:lnTo>
                    <a:pt x="3933805" y="27164"/>
                  </a:lnTo>
                  <a:lnTo>
                    <a:pt x="3975446" y="47679"/>
                  </a:lnTo>
                  <a:lnTo>
                    <a:pt x="4014222" y="73541"/>
                  </a:lnTo>
                  <a:lnTo>
                    <a:pt x="4049578" y="104520"/>
                  </a:lnTo>
                  <a:lnTo>
                    <a:pt x="4080558" y="139877"/>
                  </a:lnTo>
                  <a:lnTo>
                    <a:pt x="4106420" y="178653"/>
                  </a:lnTo>
                  <a:lnTo>
                    <a:pt x="4126935" y="220293"/>
                  </a:lnTo>
                  <a:lnTo>
                    <a:pt x="4141873" y="264244"/>
                  </a:lnTo>
                  <a:lnTo>
                    <a:pt x="4151005" y="309950"/>
                  </a:lnTo>
                  <a:lnTo>
                    <a:pt x="4154099" y="356857"/>
                  </a:lnTo>
                  <a:lnTo>
                    <a:pt x="4154099" y="1784242"/>
                  </a:lnTo>
                  <a:lnTo>
                    <a:pt x="4150842" y="1832666"/>
                  </a:lnTo>
                  <a:lnTo>
                    <a:pt x="4141352" y="1879109"/>
                  </a:lnTo>
                  <a:lnTo>
                    <a:pt x="4126056" y="1923147"/>
                  </a:lnTo>
                  <a:lnTo>
                    <a:pt x="4105378" y="1964355"/>
                  </a:lnTo>
                  <a:lnTo>
                    <a:pt x="4079744" y="2002307"/>
                  </a:lnTo>
                  <a:lnTo>
                    <a:pt x="4049579" y="2036579"/>
                  </a:lnTo>
                  <a:lnTo>
                    <a:pt x="4015307" y="2066744"/>
                  </a:lnTo>
                  <a:lnTo>
                    <a:pt x="3977355" y="2092378"/>
                  </a:lnTo>
                  <a:lnTo>
                    <a:pt x="3936147" y="2113056"/>
                  </a:lnTo>
                  <a:lnTo>
                    <a:pt x="3892109" y="2128352"/>
                  </a:lnTo>
                  <a:lnTo>
                    <a:pt x="3845666" y="2137842"/>
                  </a:lnTo>
                  <a:lnTo>
                    <a:pt x="3797242" y="21410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27805" y="2443196"/>
            <a:ext cx="3176270" cy="1650364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Arial"/>
                <a:cs typeface="Arial"/>
              </a:rPr>
              <a:t>TREINAMENTO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DISPONÍVEL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NO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400" spc="-10" b="1">
                <a:latin typeface="Arial"/>
                <a:cs typeface="Arial"/>
              </a:rPr>
              <a:t>INTRANET</a:t>
            </a:r>
            <a:endParaRPr sz="1400">
              <a:latin typeface="Arial"/>
              <a:cs typeface="Arial"/>
            </a:endParaRPr>
          </a:p>
          <a:p>
            <a:pPr algn="ctr" marL="12065" marR="5080" indent="1270">
              <a:lnSpc>
                <a:spcPct val="114999"/>
              </a:lnSpc>
              <a:spcBef>
                <a:spcPts val="1200"/>
              </a:spcBef>
            </a:pPr>
            <a:r>
              <a:rPr dirty="0" sz="1400">
                <a:latin typeface="Arial"/>
                <a:cs typeface="Arial"/>
              </a:rPr>
              <a:t>Compreender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princípios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básicos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da </a:t>
            </a:r>
            <a:r>
              <a:rPr dirty="0" sz="1400">
                <a:latin typeface="Arial"/>
                <a:cs typeface="Arial"/>
              </a:rPr>
              <a:t>governança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importância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a </a:t>
            </a:r>
            <a:r>
              <a:rPr dirty="0" sz="1400">
                <a:latin typeface="Arial"/>
                <a:cs typeface="Arial"/>
              </a:rPr>
              <a:t>gestão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eficaz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organizações</a:t>
            </a:r>
            <a:r>
              <a:rPr dirty="0" sz="1400" spc="-10">
                <a:latin typeface="Arial"/>
                <a:cs typeface="Arial"/>
              </a:rPr>
              <a:t> públicas, </a:t>
            </a:r>
            <a:r>
              <a:rPr dirty="0" sz="1400">
                <a:latin typeface="Arial"/>
                <a:cs typeface="Arial"/>
              </a:rPr>
              <a:t>privadas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ou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terceiro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setor.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3712" y="525275"/>
            <a:ext cx="3000520" cy="404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99" y="1173699"/>
            <a:ext cx="7677150" cy="1186180"/>
          </a:xfrm>
          <a:custGeom>
            <a:avLst/>
            <a:gdLst/>
            <a:ahLst/>
            <a:cxnLst/>
            <a:rect l="l" t="t" r="r" b="b"/>
            <a:pathLst>
              <a:path w="7677150" h="1186180">
                <a:moveTo>
                  <a:pt x="7479395" y="1185599"/>
                </a:moveTo>
                <a:lnTo>
                  <a:pt x="197603" y="1185599"/>
                </a:lnTo>
                <a:lnTo>
                  <a:pt x="152295" y="1180381"/>
                </a:lnTo>
                <a:lnTo>
                  <a:pt x="110702" y="1165515"/>
                </a:lnTo>
                <a:lnTo>
                  <a:pt x="74012" y="1142188"/>
                </a:lnTo>
                <a:lnTo>
                  <a:pt x="43411" y="1111587"/>
                </a:lnTo>
                <a:lnTo>
                  <a:pt x="20084" y="1074897"/>
                </a:lnTo>
                <a:lnTo>
                  <a:pt x="5218" y="1033304"/>
                </a:lnTo>
                <a:lnTo>
                  <a:pt x="0" y="987995"/>
                </a:lnTo>
                <a:lnTo>
                  <a:pt x="0" y="197603"/>
                </a:lnTo>
                <a:lnTo>
                  <a:pt x="5218" y="152295"/>
                </a:lnTo>
                <a:lnTo>
                  <a:pt x="20084" y="110702"/>
                </a:lnTo>
                <a:lnTo>
                  <a:pt x="43411" y="74012"/>
                </a:lnTo>
                <a:lnTo>
                  <a:pt x="74012" y="43411"/>
                </a:lnTo>
                <a:lnTo>
                  <a:pt x="110702" y="20084"/>
                </a:lnTo>
                <a:lnTo>
                  <a:pt x="152295" y="5218"/>
                </a:lnTo>
                <a:lnTo>
                  <a:pt x="197603" y="0"/>
                </a:lnTo>
                <a:lnTo>
                  <a:pt x="7479395" y="0"/>
                </a:lnTo>
                <a:lnTo>
                  <a:pt x="7518126" y="3831"/>
                </a:lnTo>
                <a:lnTo>
                  <a:pt x="7555015" y="15041"/>
                </a:lnTo>
                <a:lnTo>
                  <a:pt x="7589026" y="33199"/>
                </a:lnTo>
                <a:lnTo>
                  <a:pt x="7619123" y="57876"/>
                </a:lnTo>
                <a:lnTo>
                  <a:pt x="7643800" y="87973"/>
                </a:lnTo>
                <a:lnTo>
                  <a:pt x="7661958" y="121984"/>
                </a:lnTo>
                <a:lnTo>
                  <a:pt x="7673168" y="158873"/>
                </a:lnTo>
                <a:lnTo>
                  <a:pt x="7676999" y="197603"/>
                </a:lnTo>
                <a:lnTo>
                  <a:pt x="7676999" y="987995"/>
                </a:lnTo>
                <a:lnTo>
                  <a:pt x="7671781" y="1033304"/>
                </a:lnTo>
                <a:lnTo>
                  <a:pt x="7656915" y="1074897"/>
                </a:lnTo>
                <a:lnTo>
                  <a:pt x="7633588" y="1111587"/>
                </a:lnTo>
                <a:lnTo>
                  <a:pt x="7602987" y="1142188"/>
                </a:lnTo>
                <a:lnTo>
                  <a:pt x="7566297" y="1165515"/>
                </a:lnTo>
                <a:lnTo>
                  <a:pt x="7524704" y="1180381"/>
                </a:lnTo>
                <a:lnTo>
                  <a:pt x="7479395" y="11855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5934" y="1537137"/>
            <a:ext cx="6770370" cy="448309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580390" marR="5080" indent="-568325">
              <a:lnSpc>
                <a:spcPts val="1650"/>
              </a:lnSpc>
              <a:spcBef>
                <a:spcPts val="180"/>
              </a:spcBef>
            </a:pPr>
            <a:r>
              <a:rPr dirty="0" sz="1400" b="0">
                <a:latin typeface="Arial"/>
                <a:cs typeface="Arial"/>
              </a:rPr>
              <a:t>Conjunto</a:t>
            </a:r>
            <a:r>
              <a:rPr dirty="0" sz="1400" spc="-3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de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práticas,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regras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estruturas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que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orientam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a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gestão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de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uma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organização, </a:t>
            </a:r>
            <a:r>
              <a:rPr dirty="0" sz="1400" b="0">
                <a:latin typeface="Arial"/>
                <a:cs typeface="Arial"/>
              </a:rPr>
              <a:t>garantindo</a:t>
            </a:r>
            <a:r>
              <a:rPr dirty="0" sz="1400" spc="-4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que</a:t>
            </a:r>
            <a:r>
              <a:rPr dirty="0" sz="1400" spc="-2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ela</a:t>
            </a:r>
            <a:r>
              <a:rPr dirty="0" sz="1400" spc="-3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atue</a:t>
            </a:r>
            <a:r>
              <a:rPr dirty="0" sz="1400" spc="-2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com</a:t>
            </a:r>
            <a:r>
              <a:rPr dirty="0" sz="1400" spc="-3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integridade,</a:t>
            </a:r>
            <a:r>
              <a:rPr dirty="0" sz="1400" spc="-2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eficiência</a:t>
            </a:r>
            <a:r>
              <a:rPr dirty="0" sz="1400" spc="-3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</a:t>
            </a:r>
            <a:r>
              <a:rPr dirty="0" sz="1400" spc="-2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responsabilidade.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525275"/>
            <a:ext cx="3000520" cy="4041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6524" y="2670987"/>
            <a:ext cx="5168265" cy="193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PRINCÍPIOS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FUNDAMENTAIS:</a:t>
            </a:r>
            <a:endParaRPr sz="1100">
              <a:latin typeface="Arial"/>
              <a:cs typeface="Arial"/>
            </a:endParaRPr>
          </a:p>
          <a:p>
            <a:pPr marL="469900" marR="692150" indent="-328295">
              <a:lnSpc>
                <a:spcPct val="114999"/>
              </a:lnSpc>
              <a:spcBef>
                <a:spcPts val="1155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300" spc="-20" b="1">
                <a:latin typeface="Arial"/>
                <a:cs typeface="Arial"/>
              </a:rPr>
              <a:t>Transparência</a:t>
            </a:r>
            <a:r>
              <a:rPr dirty="0" sz="1300" spc="-20">
                <a:latin typeface="Arial"/>
                <a:cs typeface="Arial"/>
              </a:rPr>
              <a:t>: </a:t>
            </a:r>
            <a:r>
              <a:rPr dirty="0" sz="1300">
                <a:latin typeface="Arial"/>
                <a:cs typeface="Arial"/>
              </a:rPr>
              <a:t>Clareza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na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comunicação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decisões, </a:t>
            </a:r>
            <a:r>
              <a:rPr dirty="0" sz="1300">
                <a:latin typeface="Arial"/>
                <a:cs typeface="Arial"/>
              </a:rPr>
              <a:t>resultados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riscos.</a:t>
            </a:r>
            <a:endParaRPr sz="130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300" spc="-10" b="1">
                <a:latin typeface="Arial"/>
                <a:cs typeface="Arial"/>
              </a:rPr>
              <a:t>Equidade</a:t>
            </a:r>
            <a:r>
              <a:rPr dirty="0" sz="1300" spc="-10">
                <a:latin typeface="Arial"/>
                <a:cs typeface="Arial"/>
              </a:rPr>
              <a:t>: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Tratamento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justo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respeitoso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todos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os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envolvidos.</a:t>
            </a:r>
            <a:endParaRPr sz="1300">
              <a:latin typeface="Arial"/>
              <a:cs typeface="Arial"/>
            </a:endParaRPr>
          </a:p>
          <a:p>
            <a:pPr marL="469900" marR="76835" indent="-328295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300" spc="-10" b="1">
                <a:latin typeface="Arial"/>
                <a:cs typeface="Arial"/>
              </a:rPr>
              <a:t>Prestação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de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Contas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(Accountability)</a:t>
            </a:r>
            <a:r>
              <a:rPr dirty="0" sz="1300" spc="-10">
                <a:latin typeface="Arial"/>
                <a:cs typeface="Arial"/>
              </a:rPr>
              <a:t>: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Responsabilidade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por </a:t>
            </a:r>
            <a:r>
              <a:rPr dirty="0" sz="1300">
                <a:latin typeface="Arial"/>
                <a:cs typeface="Arial"/>
              </a:rPr>
              <a:t>decisões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ações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tomadas.</a:t>
            </a:r>
            <a:endParaRPr sz="1300">
              <a:latin typeface="Arial"/>
              <a:cs typeface="Arial"/>
            </a:endParaRPr>
          </a:p>
          <a:p>
            <a:pPr marL="469900" marR="701040" indent="-328295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300" spc="-10" b="1">
                <a:latin typeface="Arial"/>
                <a:cs typeface="Arial"/>
              </a:rPr>
              <a:t>Responsabilidade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Corporativa</a:t>
            </a:r>
            <a:r>
              <a:rPr dirty="0" sz="1300" spc="-10">
                <a:latin typeface="Arial"/>
                <a:cs typeface="Arial"/>
              </a:rPr>
              <a:t>: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Compromisso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com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50">
                <a:latin typeface="Arial"/>
                <a:cs typeface="Arial"/>
              </a:rPr>
              <a:t>a </a:t>
            </a:r>
            <a:r>
              <a:rPr dirty="0" sz="1300" spc="-10">
                <a:latin typeface="Arial"/>
                <a:cs typeface="Arial"/>
              </a:rPr>
              <a:t>sustentabilidade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impacto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social.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2901" y="2073850"/>
            <a:ext cx="1790600" cy="3069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3475" y="1096950"/>
            <a:ext cx="5462270" cy="3659504"/>
          </a:xfrm>
          <a:custGeom>
            <a:avLst/>
            <a:gdLst/>
            <a:ahLst/>
            <a:cxnLst/>
            <a:rect l="l" t="t" r="r" b="b"/>
            <a:pathLst>
              <a:path w="5462270" h="3659504">
                <a:moveTo>
                  <a:pt x="4851887" y="3659399"/>
                </a:moveTo>
                <a:lnTo>
                  <a:pt x="609912" y="3659399"/>
                </a:lnTo>
                <a:lnTo>
                  <a:pt x="562247" y="3657564"/>
                </a:lnTo>
                <a:lnTo>
                  <a:pt x="515587" y="3652150"/>
                </a:lnTo>
                <a:lnTo>
                  <a:pt x="470064" y="3643291"/>
                </a:lnTo>
                <a:lnTo>
                  <a:pt x="425817" y="3631124"/>
                </a:lnTo>
                <a:lnTo>
                  <a:pt x="382980" y="3615784"/>
                </a:lnTo>
                <a:lnTo>
                  <a:pt x="341688" y="3597407"/>
                </a:lnTo>
                <a:lnTo>
                  <a:pt x="302077" y="3576129"/>
                </a:lnTo>
                <a:lnTo>
                  <a:pt x="264284" y="3552084"/>
                </a:lnTo>
                <a:lnTo>
                  <a:pt x="228443" y="3525409"/>
                </a:lnTo>
                <a:lnTo>
                  <a:pt x="194690" y="3496238"/>
                </a:lnTo>
                <a:lnTo>
                  <a:pt x="163160" y="3464709"/>
                </a:lnTo>
                <a:lnTo>
                  <a:pt x="133990" y="3430956"/>
                </a:lnTo>
                <a:lnTo>
                  <a:pt x="107315" y="3395115"/>
                </a:lnTo>
                <a:lnTo>
                  <a:pt x="83270" y="3357322"/>
                </a:lnTo>
                <a:lnTo>
                  <a:pt x="61992" y="3317711"/>
                </a:lnTo>
                <a:lnTo>
                  <a:pt x="43615" y="3276419"/>
                </a:lnTo>
                <a:lnTo>
                  <a:pt x="28275" y="3233582"/>
                </a:lnTo>
                <a:lnTo>
                  <a:pt x="16108" y="3189335"/>
                </a:lnTo>
                <a:lnTo>
                  <a:pt x="7249" y="3143813"/>
                </a:lnTo>
                <a:lnTo>
                  <a:pt x="1834" y="3097152"/>
                </a:lnTo>
                <a:lnTo>
                  <a:pt x="0" y="3049487"/>
                </a:lnTo>
                <a:lnTo>
                  <a:pt x="0" y="609912"/>
                </a:lnTo>
                <a:lnTo>
                  <a:pt x="1834" y="562247"/>
                </a:lnTo>
                <a:lnTo>
                  <a:pt x="7249" y="515586"/>
                </a:lnTo>
                <a:lnTo>
                  <a:pt x="16108" y="470064"/>
                </a:lnTo>
                <a:lnTo>
                  <a:pt x="28275" y="425817"/>
                </a:lnTo>
                <a:lnTo>
                  <a:pt x="43615" y="382979"/>
                </a:lnTo>
                <a:lnTo>
                  <a:pt x="61992" y="341688"/>
                </a:lnTo>
                <a:lnTo>
                  <a:pt x="83270" y="302077"/>
                </a:lnTo>
                <a:lnTo>
                  <a:pt x="107315" y="264284"/>
                </a:lnTo>
                <a:lnTo>
                  <a:pt x="133990" y="228443"/>
                </a:lnTo>
                <a:lnTo>
                  <a:pt x="163160" y="194690"/>
                </a:lnTo>
                <a:lnTo>
                  <a:pt x="194690" y="163160"/>
                </a:lnTo>
                <a:lnTo>
                  <a:pt x="228443" y="133990"/>
                </a:lnTo>
                <a:lnTo>
                  <a:pt x="264284" y="107315"/>
                </a:lnTo>
                <a:lnTo>
                  <a:pt x="302077" y="83270"/>
                </a:lnTo>
                <a:lnTo>
                  <a:pt x="341688" y="61992"/>
                </a:lnTo>
                <a:lnTo>
                  <a:pt x="382980" y="43615"/>
                </a:lnTo>
                <a:lnTo>
                  <a:pt x="425817" y="28275"/>
                </a:lnTo>
                <a:lnTo>
                  <a:pt x="470064" y="16108"/>
                </a:lnTo>
                <a:lnTo>
                  <a:pt x="515587" y="7249"/>
                </a:lnTo>
                <a:lnTo>
                  <a:pt x="562247" y="1834"/>
                </a:lnTo>
                <a:lnTo>
                  <a:pt x="609912" y="0"/>
                </a:lnTo>
                <a:lnTo>
                  <a:pt x="4851887" y="0"/>
                </a:lnTo>
                <a:lnTo>
                  <a:pt x="4900182" y="1913"/>
                </a:lnTo>
                <a:lnTo>
                  <a:pt x="4947875" y="7597"/>
                </a:lnTo>
                <a:lnTo>
                  <a:pt x="4994760" y="16968"/>
                </a:lnTo>
                <a:lnTo>
                  <a:pt x="5040634" y="29939"/>
                </a:lnTo>
                <a:lnTo>
                  <a:pt x="5085291" y="46426"/>
                </a:lnTo>
                <a:lnTo>
                  <a:pt x="5128526" y="66345"/>
                </a:lnTo>
                <a:lnTo>
                  <a:pt x="5170136" y="89611"/>
                </a:lnTo>
                <a:lnTo>
                  <a:pt x="5209915" y="116138"/>
                </a:lnTo>
                <a:lnTo>
                  <a:pt x="5247658" y="145842"/>
                </a:lnTo>
                <a:lnTo>
                  <a:pt x="5283160" y="178639"/>
                </a:lnTo>
                <a:lnTo>
                  <a:pt x="5315957" y="214141"/>
                </a:lnTo>
                <a:lnTo>
                  <a:pt x="5345661" y="251884"/>
                </a:lnTo>
                <a:lnTo>
                  <a:pt x="5372188" y="291663"/>
                </a:lnTo>
                <a:lnTo>
                  <a:pt x="5395454" y="333273"/>
                </a:lnTo>
                <a:lnTo>
                  <a:pt x="5415373" y="376508"/>
                </a:lnTo>
                <a:lnTo>
                  <a:pt x="5431860" y="421165"/>
                </a:lnTo>
                <a:lnTo>
                  <a:pt x="5444831" y="467039"/>
                </a:lnTo>
                <a:lnTo>
                  <a:pt x="5454202" y="513924"/>
                </a:lnTo>
                <a:lnTo>
                  <a:pt x="5459886" y="561617"/>
                </a:lnTo>
                <a:lnTo>
                  <a:pt x="5461799" y="609912"/>
                </a:lnTo>
                <a:lnTo>
                  <a:pt x="5461799" y="3049487"/>
                </a:lnTo>
                <a:lnTo>
                  <a:pt x="5459964" y="3097152"/>
                </a:lnTo>
                <a:lnTo>
                  <a:pt x="5454550" y="3143813"/>
                </a:lnTo>
                <a:lnTo>
                  <a:pt x="5445691" y="3189335"/>
                </a:lnTo>
                <a:lnTo>
                  <a:pt x="5433524" y="3233582"/>
                </a:lnTo>
                <a:lnTo>
                  <a:pt x="5418184" y="3276419"/>
                </a:lnTo>
                <a:lnTo>
                  <a:pt x="5399807" y="3317711"/>
                </a:lnTo>
                <a:lnTo>
                  <a:pt x="5378529" y="3357322"/>
                </a:lnTo>
                <a:lnTo>
                  <a:pt x="5354484" y="3395115"/>
                </a:lnTo>
                <a:lnTo>
                  <a:pt x="5327809" y="3430956"/>
                </a:lnTo>
                <a:lnTo>
                  <a:pt x="5298638" y="3464709"/>
                </a:lnTo>
                <a:lnTo>
                  <a:pt x="5267109" y="3496238"/>
                </a:lnTo>
                <a:lnTo>
                  <a:pt x="5233356" y="3525409"/>
                </a:lnTo>
                <a:lnTo>
                  <a:pt x="5197515" y="3552084"/>
                </a:lnTo>
                <a:lnTo>
                  <a:pt x="5159722" y="3576129"/>
                </a:lnTo>
                <a:lnTo>
                  <a:pt x="5120111" y="3597407"/>
                </a:lnTo>
                <a:lnTo>
                  <a:pt x="5078819" y="3615784"/>
                </a:lnTo>
                <a:lnTo>
                  <a:pt x="5035982" y="3631124"/>
                </a:lnTo>
                <a:lnTo>
                  <a:pt x="4991735" y="3643291"/>
                </a:lnTo>
                <a:lnTo>
                  <a:pt x="4946213" y="3652150"/>
                </a:lnTo>
                <a:lnTo>
                  <a:pt x="4899552" y="3657564"/>
                </a:lnTo>
                <a:lnTo>
                  <a:pt x="4851887" y="36593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812" y="550874"/>
            <a:ext cx="3000520" cy="4041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/>
              <a:t>PAPEL</a:t>
            </a:r>
            <a:r>
              <a:rPr dirty="0" sz="1600" spc="-55"/>
              <a:t> </a:t>
            </a:r>
            <a:r>
              <a:rPr dirty="0" sz="1600"/>
              <a:t>DE</a:t>
            </a:r>
            <a:r>
              <a:rPr dirty="0" sz="1600" spc="-25"/>
              <a:t> </a:t>
            </a:r>
            <a:r>
              <a:rPr dirty="0" sz="1600"/>
              <a:t>CADA</a:t>
            </a:r>
            <a:r>
              <a:rPr dirty="0" sz="1600" spc="-80"/>
              <a:t> </a:t>
            </a:r>
            <a:r>
              <a:rPr dirty="0" sz="1600" spc="-10"/>
              <a:t>COLABORADOR</a:t>
            </a:r>
            <a:endParaRPr sz="16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60"/>
              </a:spcBef>
              <a:buChar char="●"/>
              <a:tabLst>
                <a:tab pos="363855" algn="l"/>
              </a:tabLst>
            </a:pPr>
            <a:r>
              <a:rPr dirty="0"/>
              <a:t>Cumprir</a:t>
            </a:r>
            <a:r>
              <a:rPr dirty="0" spc="-25"/>
              <a:t> </a:t>
            </a:r>
            <a:r>
              <a:rPr dirty="0"/>
              <a:t>normas</a:t>
            </a:r>
            <a:r>
              <a:rPr dirty="0" spc="-25"/>
              <a:t> </a:t>
            </a:r>
            <a:r>
              <a:rPr dirty="0"/>
              <a:t>e</a:t>
            </a:r>
            <a:r>
              <a:rPr dirty="0" spc="-20"/>
              <a:t> </a:t>
            </a:r>
            <a:r>
              <a:rPr dirty="0" spc="-10"/>
              <a:t>políticas.</a:t>
            </a: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Char char="●"/>
              <a:tabLst>
                <a:tab pos="363855" algn="l"/>
              </a:tabLst>
            </a:pPr>
            <a:r>
              <a:rPr dirty="0"/>
              <a:t>Agir</a:t>
            </a:r>
            <a:r>
              <a:rPr dirty="0" spc="-20"/>
              <a:t> </a:t>
            </a:r>
            <a:r>
              <a:rPr dirty="0"/>
              <a:t>com</a:t>
            </a:r>
            <a:r>
              <a:rPr dirty="0" spc="-20"/>
              <a:t> </a:t>
            </a:r>
            <a:r>
              <a:rPr dirty="0"/>
              <a:t>ética</a:t>
            </a:r>
            <a:r>
              <a:rPr dirty="0" spc="-15"/>
              <a:t> </a:t>
            </a:r>
            <a:r>
              <a:rPr dirty="0"/>
              <a:t>e</a:t>
            </a:r>
            <a:r>
              <a:rPr dirty="0" spc="-20"/>
              <a:t> </a:t>
            </a:r>
            <a:r>
              <a:rPr dirty="0" spc="-10"/>
              <a:t>responsabilidade.</a:t>
            </a: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Char char="●"/>
              <a:tabLst>
                <a:tab pos="363855" algn="l"/>
              </a:tabLst>
            </a:pPr>
            <a:r>
              <a:rPr dirty="0"/>
              <a:t>Reportar</a:t>
            </a:r>
            <a:r>
              <a:rPr dirty="0" spc="-5"/>
              <a:t> </a:t>
            </a:r>
            <a:r>
              <a:rPr dirty="0" spc="-10"/>
              <a:t>irregularidades.</a:t>
            </a:r>
          </a:p>
          <a:p>
            <a:pPr marL="363855" indent="-351155">
              <a:lnSpc>
                <a:spcPct val="100000"/>
              </a:lnSpc>
              <a:spcBef>
                <a:spcPts val="960"/>
              </a:spcBef>
              <a:buChar char="●"/>
              <a:tabLst>
                <a:tab pos="363855" algn="l"/>
              </a:tabLst>
            </a:pPr>
            <a:r>
              <a:rPr dirty="0"/>
              <a:t>Participar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/>
              <a:t>treinamentos</a:t>
            </a:r>
            <a:r>
              <a:rPr dirty="0" spc="-5"/>
              <a:t> </a:t>
            </a:r>
            <a:r>
              <a:rPr dirty="0"/>
              <a:t>e</a:t>
            </a:r>
            <a:r>
              <a:rPr dirty="0" spc="-5"/>
              <a:t> </a:t>
            </a:r>
            <a:r>
              <a:rPr dirty="0" spc="-10"/>
              <a:t>discussões.</a:t>
            </a:r>
          </a:p>
          <a:p>
            <a:pPr marL="363855" marR="229235" indent="-351790">
              <a:lnSpc>
                <a:spcPct val="150000"/>
              </a:lnSpc>
              <a:buChar char="●"/>
              <a:tabLst>
                <a:tab pos="363855" algn="l"/>
              </a:tabLst>
            </a:pPr>
            <a:r>
              <a:rPr dirty="0"/>
              <a:t>Contribuir</a:t>
            </a:r>
            <a:r>
              <a:rPr dirty="0" spc="-40"/>
              <a:t> </a:t>
            </a:r>
            <a:r>
              <a:rPr dirty="0"/>
              <a:t>para</a:t>
            </a:r>
            <a:r>
              <a:rPr dirty="0" spc="-35"/>
              <a:t> </a:t>
            </a:r>
            <a:r>
              <a:rPr dirty="0"/>
              <a:t>um</a:t>
            </a:r>
            <a:r>
              <a:rPr dirty="0" spc="-35"/>
              <a:t> </a:t>
            </a:r>
            <a:r>
              <a:rPr dirty="0"/>
              <a:t>ambiente</a:t>
            </a:r>
            <a:r>
              <a:rPr dirty="0" spc="-35"/>
              <a:t> </a:t>
            </a:r>
            <a:r>
              <a:rPr dirty="0"/>
              <a:t>íntegro</a:t>
            </a:r>
            <a:r>
              <a:rPr dirty="0" spc="-35"/>
              <a:t> </a:t>
            </a:r>
            <a:r>
              <a:rPr dirty="0" spc="-50"/>
              <a:t>e </a:t>
            </a:r>
            <a:r>
              <a:rPr dirty="0" spc="-10"/>
              <a:t>transparente.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2350" y="354900"/>
            <a:ext cx="2890748" cy="4788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3475" y="1096950"/>
            <a:ext cx="7732395" cy="1731645"/>
          </a:xfrm>
          <a:custGeom>
            <a:avLst/>
            <a:gdLst/>
            <a:ahLst/>
            <a:cxnLst/>
            <a:rect l="l" t="t" r="r" b="b"/>
            <a:pathLst>
              <a:path w="7732395" h="1731645">
                <a:moveTo>
                  <a:pt x="7443294" y="1731599"/>
                </a:moveTo>
                <a:lnTo>
                  <a:pt x="288605" y="1731599"/>
                </a:lnTo>
                <a:lnTo>
                  <a:pt x="241792" y="1727822"/>
                </a:lnTo>
                <a:lnTo>
                  <a:pt x="197384" y="1716886"/>
                </a:lnTo>
                <a:lnTo>
                  <a:pt x="155974" y="1699386"/>
                </a:lnTo>
                <a:lnTo>
                  <a:pt x="118158" y="1675915"/>
                </a:lnTo>
                <a:lnTo>
                  <a:pt x="84530" y="1647069"/>
                </a:lnTo>
                <a:lnTo>
                  <a:pt x="55684" y="1613441"/>
                </a:lnTo>
                <a:lnTo>
                  <a:pt x="32213" y="1575625"/>
                </a:lnTo>
                <a:lnTo>
                  <a:pt x="14713" y="1534215"/>
                </a:lnTo>
                <a:lnTo>
                  <a:pt x="3777" y="1489807"/>
                </a:lnTo>
                <a:lnTo>
                  <a:pt x="0" y="1442994"/>
                </a:lnTo>
                <a:lnTo>
                  <a:pt x="0" y="288605"/>
                </a:lnTo>
                <a:lnTo>
                  <a:pt x="3777" y="241792"/>
                </a:lnTo>
                <a:lnTo>
                  <a:pt x="14713" y="197384"/>
                </a:lnTo>
                <a:lnTo>
                  <a:pt x="32213" y="155974"/>
                </a:lnTo>
                <a:lnTo>
                  <a:pt x="55684" y="118158"/>
                </a:lnTo>
                <a:lnTo>
                  <a:pt x="84530" y="84530"/>
                </a:lnTo>
                <a:lnTo>
                  <a:pt x="118158" y="55684"/>
                </a:lnTo>
                <a:lnTo>
                  <a:pt x="155974" y="32213"/>
                </a:lnTo>
                <a:lnTo>
                  <a:pt x="197384" y="14713"/>
                </a:lnTo>
                <a:lnTo>
                  <a:pt x="241792" y="3777"/>
                </a:lnTo>
                <a:lnTo>
                  <a:pt x="288605" y="0"/>
                </a:lnTo>
                <a:lnTo>
                  <a:pt x="7443294" y="0"/>
                </a:lnTo>
                <a:lnTo>
                  <a:pt x="7488714" y="3595"/>
                </a:lnTo>
                <a:lnTo>
                  <a:pt x="7532607" y="14167"/>
                </a:lnTo>
                <a:lnTo>
                  <a:pt x="7574197" y="31394"/>
                </a:lnTo>
                <a:lnTo>
                  <a:pt x="7612709" y="54955"/>
                </a:lnTo>
                <a:lnTo>
                  <a:pt x="7647369" y="84530"/>
                </a:lnTo>
                <a:lnTo>
                  <a:pt x="7676944" y="119189"/>
                </a:lnTo>
                <a:lnTo>
                  <a:pt x="7700505" y="157702"/>
                </a:lnTo>
                <a:lnTo>
                  <a:pt x="7717733" y="199292"/>
                </a:lnTo>
                <a:lnTo>
                  <a:pt x="7728304" y="243185"/>
                </a:lnTo>
                <a:lnTo>
                  <a:pt x="7731899" y="288605"/>
                </a:lnTo>
                <a:lnTo>
                  <a:pt x="7731899" y="1442994"/>
                </a:lnTo>
                <a:lnTo>
                  <a:pt x="7728122" y="1489807"/>
                </a:lnTo>
                <a:lnTo>
                  <a:pt x="7717186" y="1534215"/>
                </a:lnTo>
                <a:lnTo>
                  <a:pt x="7699686" y="1575625"/>
                </a:lnTo>
                <a:lnTo>
                  <a:pt x="7676215" y="1613441"/>
                </a:lnTo>
                <a:lnTo>
                  <a:pt x="7647369" y="1647069"/>
                </a:lnTo>
                <a:lnTo>
                  <a:pt x="7613741" y="1675915"/>
                </a:lnTo>
                <a:lnTo>
                  <a:pt x="7575925" y="1699386"/>
                </a:lnTo>
                <a:lnTo>
                  <a:pt x="7534516" y="1716886"/>
                </a:lnTo>
                <a:lnTo>
                  <a:pt x="7490107" y="1727822"/>
                </a:lnTo>
                <a:lnTo>
                  <a:pt x="7443294" y="17315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465575"/>
            <a:ext cx="3000520" cy="4041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15500" y="1397613"/>
            <a:ext cx="645604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/>
              <a:t>ÉTICA</a:t>
            </a:r>
            <a:r>
              <a:rPr dirty="0" sz="1400" b="0">
                <a:latin typeface="Arial"/>
                <a:cs typeface="Arial"/>
              </a:rPr>
              <a:t>:</a:t>
            </a:r>
            <a:r>
              <a:rPr dirty="0" sz="1400" spc="-3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Conjunto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de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valores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princípios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que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orientam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o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comportamento</a:t>
            </a:r>
            <a:r>
              <a:rPr dirty="0" sz="1400" spc="-1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humano. </a:t>
            </a:r>
            <a:r>
              <a:rPr dirty="0" sz="1400" b="0">
                <a:latin typeface="Arial"/>
                <a:cs typeface="Arial"/>
              </a:rPr>
              <a:t>Envolve</a:t>
            </a:r>
            <a:r>
              <a:rPr dirty="0" sz="1400" spc="-4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respeito,</a:t>
            </a:r>
            <a:r>
              <a:rPr dirty="0" sz="1400" spc="-4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justiça,</a:t>
            </a:r>
            <a:r>
              <a:rPr dirty="0" sz="1400" spc="-4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responsabilidade</a:t>
            </a:r>
            <a:r>
              <a:rPr dirty="0" sz="1400" spc="-4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</a:t>
            </a:r>
            <a:r>
              <a:rPr dirty="0" sz="1400" spc="-40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empatia.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5500" y="2037693"/>
            <a:ext cx="63938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Arial"/>
                <a:cs typeface="Arial"/>
              </a:rPr>
              <a:t>INTEGRIDADE</a:t>
            </a:r>
            <a:r>
              <a:rPr dirty="0" sz="1400" spc="-20">
                <a:latin typeface="Arial"/>
                <a:cs typeface="Arial"/>
              </a:rPr>
              <a:t>: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Agir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forma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honesta,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coerente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transparente,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mesmo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quando </a:t>
            </a:r>
            <a:r>
              <a:rPr dirty="0" sz="1400">
                <a:latin typeface="Arial"/>
                <a:cs typeface="Arial"/>
              </a:rPr>
              <a:t>ninguém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está</a:t>
            </a:r>
            <a:r>
              <a:rPr dirty="0" sz="1400" spc="-10">
                <a:latin typeface="Arial"/>
                <a:cs typeface="Arial"/>
              </a:rPr>
              <a:t> olhando.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325" y="3222471"/>
            <a:ext cx="5316855" cy="1314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8191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POR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QUE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ISSO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IMPORTA?</a:t>
            </a:r>
            <a:endParaRPr sz="13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1435"/>
              </a:spcBef>
            </a:pPr>
            <a:r>
              <a:rPr dirty="0" sz="1200" b="1">
                <a:latin typeface="Arial"/>
                <a:cs typeface="Arial"/>
              </a:rPr>
              <a:t>Protege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reputação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organização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profissionais.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Fortalece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confiança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entre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colegas,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clientes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parceiros.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Melhora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reduz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riscos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fraudes,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conflitos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sanções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legais.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344" y="2497462"/>
            <a:ext cx="1098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5000" y="1173699"/>
            <a:ext cx="5348605" cy="3537585"/>
          </a:xfrm>
          <a:custGeom>
            <a:avLst/>
            <a:gdLst/>
            <a:ahLst/>
            <a:cxnLst/>
            <a:rect l="l" t="t" r="r" b="b"/>
            <a:pathLst>
              <a:path w="5348605" h="3537585">
                <a:moveTo>
                  <a:pt x="4758588" y="3536999"/>
                </a:moveTo>
                <a:lnTo>
                  <a:pt x="589511" y="3536999"/>
                </a:lnTo>
                <a:lnTo>
                  <a:pt x="541162" y="3535045"/>
                </a:lnTo>
                <a:lnTo>
                  <a:pt x="493889" y="3529284"/>
                </a:lnTo>
                <a:lnTo>
                  <a:pt x="447845" y="3519867"/>
                </a:lnTo>
                <a:lnTo>
                  <a:pt x="403180" y="3506946"/>
                </a:lnTo>
                <a:lnTo>
                  <a:pt x="360047" y="3490673"/>
                </a:lnTo>
                <a:lnTo>
                  <a:pt x="318597" y="3471199"/>
                </a:lnTo>
                <a:lnTo>
                  <a:pt x="278982" y="3448677"/>
                </a:lnTo>
                <a:lnTo>
                  <a:pt x="241353" y="3423258"/>
                </a:lnTo>
                <a:lnTo>
                  <a:pt x="205863" y="3395093"/>
                </a:lnTo>
                <a:lnTo>
                  <a:pt x="172664" y="3364335"/>
                </a:lnTo>
                <a:lnTo>
                  <a:pt x="141906" y="3331136"/>
                </a:lnTo>
                <a:lnTo>
                  <a:pt x="113741" y="3295646"/>
                </a:lnTo>
                <a:lnTo>
                  <a:pt x="88322" y="3258017"/>
                </a:lnTo>
                <a:lnTo>
                  <a:pt x="65800" y="3218402"/>
                </a:lnTo>
                <a:lnTo>
                  <a:pt x="46326" y="3176952"/>
                </a:lnTo>
                <a:lnTo>
                  <a:pt x="30053" y="3133819"/>
                </a:lnTo>
                <a:lnTo>
                  <a:pt x="17132" y="3089154"/>
                </a:lnTo>
                <a:lnTo>
                  <a:pt x="7715" y="3043110"/>
                </a:lnTo>
                <a:lnTo>
                  <a:pt x="1954" y="2995837"/>
                </a:lnTo>
                <a:lnTo>
                  <a:pt x="0" y="2947488"/>
                </a:lnTo>
                <a:lnTo>
                  <a:pt x="0" y="589511"/>
                </a:lnTo>
                <a:lnTo>
                  <a:pt x="1954" y="541162"/>
                </a:lnTo>
                <a:lnTo>
                  <a:pt x="7715" y="493889"/>
                </a:lnTo>
                <a:lnTo>
                  <a:pt x="17132" y="447845"/>
                </a:lnTo>
                <a:lnTo>
                  <a:pt x="30053" y="403180"/>
                </a:lnTo>
                <a:lnTo>
                  <a:pt x="46326" y="360047"/>
                </a:lnTo>
                <a:lnTo>
                  <a:pt x="65800" y="318597"/>
                </a:lnTo>
                <a:lnTo>
                  <a:pt x="88322" y="278982"/>
                </a:lnTo>
                <a:lnTo>
                  <a:pt x="113741" y="241353"/>
                </a:lnTo>
                <a:lnTo>
                  <a:pt x="141906" y="205863"/>
                </a:lnTo>
                <a:lnTo>
                  <a:pt x="172664" y="172663"/>
                </a:lnTo>
                <a:lnTo>
                  <a:pt x="205863" y="141906"/>
                </a:lnTo>
                <a:lnTo>
                  <a:pt x="241353" y="113741"/>
                </a:lnTo>
                <a:lnTo>
                  <a:pt x="278982" y="88322"/>
                </a:lnTo>
                <a:lnTo>
                  <a:pt x="318597" y="65800"/>
                </a:lnTo>
                <a:lnTo>
                  <a:pt x="360047" y="46326"/>
                </a:lnTo>
                <a:lnTo>
                  <a:pt x="403180" y="30053"/>
                </a:lnTo>
                <a:lnTo>
                  <a:pt x="447845" y="17132"/>
                </a:lnTo>
                <a:lnTo>
                  <a:pt x="493889" y="7715"/>
                </a:lnTo>
                <a:lnTo>
                  <a:pt x="541162" y="1954"/>
                </a:lnTo>
                <a:lnTo>
                  <a:pt x="589511" y="0"/>
                </a:lnTo>
                <a:lnTo>
                  <a:pt x="4758588" y="0"/>
                </a:lnTo>
                <a:lnTo>
                  <a:pt x="4810421" y="2281"/>
                </a:lnTo>
                <a:lnTo>
                  <a:pt x="4861509" y="9051"/>
                </a:lnTo>
                <a:lnTo>
                  <a:pt x="4911580" y="20196"/>
                </a:lnTo>
                <a:lnTo>
                  <a:pt x="4960361" y="35605"/>
                </a:lnTo>
                <a:lnTo>
                  <a:pt x="5007583" y="55165"/>
                </a:lnTo>
                <a:lnTo>
                  <a:pt x="5052972" y="78763"/>
                </a:lnTo>
                <a:lnTo>
                  <a:pt x="5096259" y="106287"/>
                </a:lnTo>
                <a:lnTo>
                  <a:pt x="5137170" y="137625"/>
                </a:lnTo>
                <a:lnTo>
                  <a:pt x="5175435" y="172663"/>
                </a:lnTo>
                <a:lnTo>
                  <a:pt x="5210474" y="210929"/>
                </a:lnTo>
                <a:lnTo>
                  <a:pt x="5241812" y="251840"/>
                </a:lnTo>
                <a:lnTo>
                  <a:pt x="5269336" y="295127"/>
                </a:lnTo>
                <a:lnTo>
                  <a:pt x="5292934" y="340516"/>
                </a:lnTo>
                <a:lnTo>
                  <a:pt x="5312494" y="387738"/>
                </a:lnTo>
                <a:lnTo>
                  <a:pt x="5327903" y="436519"/>
                </a:lnTo>
                <a:lnTo>
                  <a:pt x="5339048" y="486590"/>
                </a:lnTo>
                <a:lnTo>
                  <a:pt x="5345818" y="537678"/>
                </a:lnTo>
                <a:lnTo>
                  <a:pt x="5348099" y="589511"/>
                </a:lnTo>
                <a:lnTo>
                  <a:pt x="5348099" y="2947488"/>
                </a:lnTo>
                <a:lnTo>
                  <a:pt x="5346145" y="2995837"/>
                </a:lnTo>
                <a:lnTo>
                  <a:pt x="5340384" y="3043110"/>
                </a:lnTo>
                <a:lnTo>
                  <a:pt x="5330967" y="3089154"/>
                </a:lnTo>
                <a:lnTo>
                  <a:pt x="5318046" y="3133819"/>
                </a:lnTo>
                <a:lnTo>
                  <a:pt x="5301773" y="3176952"/>
                </a:lnTo>
                <a:lnTo>
                  <a:pt x="5282299" y="3218402"/>
                </a:lnTo>
                <a:lnTo>
                  <a:pt x="5259777" y="3258017"/>
                </a:lnTo>
                <a:lnTo>
                  <a:pt x="5234358" y="3295646"/>
                </a:lnTo>
                <a:lnTo>
                  <a:pt x="5206193" y="3331136"/>
                </a:lnTo>
                <a:lnTo>
                  <a:pt x="5175435" y="3364335"/>
                </a:lnTo>
                <a:lnTo>
                  <a:pt x="5142236" y="3395093"/>
                </a:lnTo>
                <a:lnTo>
                  <a:pt x="5106746" y="3423258"/>
                </a:lnTo>
                <a:lnTo>
                  <a:pt x="5069117" y="3448677"/>
                </a:lnTo>
                <a:lnTo>
                  <a:pt x="5029502" y="3471199"/>
                </a:lnTo>
                <a:lnTo>
                  <a:pt x="4988052" y="3490673"/>
                </a:lnTo>
                <a:lnTo>
                  <a:pt x="4944919" y="3506946"/>
                </a:lnTo>
                <a:lnTo>
                  <a:pt x="4900254" y="3519867"/>
                </a:lnTo>
                <a:lnTo>
                  <a:pt x="4854210" y="3529284"/>
                </a:lnTo>
                <a:lnTo>
                  <a:pt x="4806937" y="3535045"/>
                </a:lnTo>
                <a:lnTo>
                  <a:pt x="4758588" y="35369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525275"/>
            <a:ext cx="3000520" cy="4041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VAMOS</a:t>
            </a:r>
            <a:r>
              <a:rPr dirty="0" spc="-45"/>
              <a:t> </a:t>
            </a:r>
            <a:r>
              <a:rPr dirty="0" spc="-20"/>
              <a:t>TESTAR</a:t>
            </a:r>
            <a:r>
              <a:rPr dirty="0" spc="-40"/>
              <a:t> </a:t>
            </a:r>
            <a:r>
              <a:rPr dirty="0"/>
              <a:t>NA</a:t>
            </a:r>
            <a:r>
              <a:rPr dirty="0" spc="-80"/>
              <a:t> </a:t>
            </a:r>
            <a:r>
              <a:rPr dirty="0" spc="-10"/>
              <a:t>PRÁTICA: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90725" y="1674524"/>
            <a:ext cx="4394200" cy="73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Exercício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você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faria?</a:t>
            </a:r>
            <a:endParaRPr sz="1100">
              <a:latin typeface="Arial"/>
              <a:cs typeface="Arial"/>
            </a:endParaRPr>
          </a:p>
          <a:p>
            <a:pPr marL="88900" marR="5080">
              <a:lnSpc>
                <a:spcPct val="114999"/>
              </a:lnSpc>
              <a:spcBef>
                <a:spcPts val="1200"/>
              </a:spcBef>
            </a:pP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colega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pede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você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“ajustar”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relatório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parecer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melhor </a:t>
            </a:r>
            <a:r>
              <a:rPr dirty="0" sz="1100">
                <a:latin typeface="Arial"/>
                <a:cs typeface="Arial"/>
              </a:rPr>
              <a:t>do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está.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925" y="2557683"/>
            <a:ext cx="42468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Arial"/>
                <a:cs typeface="Arial"/>
              </a:rPr>
              <a:t>Você </a:t>
            </a:r>
            <a:r>
              <a:rPr dirty="0" sz="1100" spc="-10">
                <a:latin typeface="Arial"/>
                <a:cs typeface="Arial"/>
              </a:rPr>
              <a:t>presencia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comportamento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discriminatório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reunião.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005" y="2877722"/>
            <a:ext cx="4405630" cy="1487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12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fornecedor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oferece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presente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troca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preferência comercial.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</a:pPr>
            <a:r>
              <a:rPr dirty="0" sz="1100" spc="-10" b="1">
                <a:latin typeface="Arial"/>
                <a:cs typeface="Arial"/>
              </a:rPr>
              <a:t>REFLEXÃO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buChar char="●"/>
              <a:tabLst>
                <a:tab pos="325120" algn="l"/>
              </a:tabLst>
            </a:pPr>
            <a:r>
              <a:rPr dirty="0" sz="1100" b="1">
                <a:latin typeface="Arial"/>
                <a:cs typeface="Arial"/>
              </a:rPr>
              <a:t>Isso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é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legal?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200"/>
              </a:spcBef>
              <a:buChar char="●"/>
              <a:tabLst>
                <a:tab pos="325120" algn="l"/>
              </a:tabLst>
            </a:pPr>
            <a:r>
              <a:rPr dirty="0" sz="1100" b="1">
                <a:latin typeface="Arial"/>
                <a:cs typeface="Arial"/>
              </a:rPr>
              <a:t>Isso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é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justo?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195"/>
              </a:spcBef>
              <a:buChar char="●"/>
              <a:tabLst>
                <a:tab pos="325120" algn="l"/>
              </a:tabLst>
            </a:pPr>
            <a:r>
              <a:rPr dirty="0" sz="1100" b="1">
                <a:latin typeface="Arial"/>
                <a:cs typeface="Arial"/>
              </a:rPr>
              <a:t>Isso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está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alinhado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com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valores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empresa?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950" y="929450"/>
            <a:ext cx="3428999" cy="4214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2960" y="2140127"/>
            <a:ext cx="4219575" cy="121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"A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verdadeira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medida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de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um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profissional </a:t>
            </a:r>
            <a:r>
              <a:rPr dirty="0" sz="1700" b="1">
                <a:latin typeface="Arial"/>
                <a:cs typeface="Arial"/>
              </a:rPr>
              <a:t>não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está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no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que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ele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conquista,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mas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em </a:t>
            </a:r>
            <a:r>
              <a:rPr dirty="0" sz="1700" b="1">
                <a:latin typeface="Arial"/>
                <a:cs typeface="Arial"/>
              </a:rPr>
              <a:t>como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ele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escolhe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agir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quando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ninguém </a:t>
            </a:r>
            <a:r>
              <a:rPr dirty="0" sz="1700" b="1">
                <a:latin typeface="Arial"/>
                <a:cs typeface="Arial"/>
              </a:rPr>
              <a:t>está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olhando."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2350" y="354900"/>
            <a:ext cx="2890748" cy="47885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PRATICAS DE GOVERNANÇA E ETICA.</dc:title>
  <dcterms:created xsi:type="dcterms:W3CDTF">2025-12-22T10:00:19Z</dcterms:created>
  <dcterms:modified xsi:type="dcterms:W3CDTF">2025-12-22T10:00:19Z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2025-12-22T00:00:00Z</vt:filetime>
  </property>
</Properties>
</file>